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d2b135f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d2b135f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d24c34fc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d24c34fc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4060f208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4060f208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d24c34fc8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d24c34fc8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7757f999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7757f999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7757f999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7757f999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7757f999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7757f999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7757f999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7757f999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07754a944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07754a94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7757f999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7757f999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7757f999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7757f999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7757f999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7757f999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7757f9997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7757f999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7757f999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7757f999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7757f9997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7757f9997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07754a9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07754a9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07754a94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07754a94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07754a94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d07754a94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07754a94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07754a94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07754a94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07754a94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07754a94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07754a94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07754a94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d07754a94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07754a944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d07754a94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07754a94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d07754a94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07754a94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d07754a94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07754a94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d07754a94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07754a94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d07754a94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20.png"/><Relationship Id="rId6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Unreal Engine講義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インターフェースの実装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構成</a:t>
            </a:r>
            <a:endParaRPr b="1"/>
          </a:p>
        </p:txBody>
      </p:sp>
      <p:sp>
        <p:nvSpPr>
          <p:cNvPr id="61" name="Google Shape;61;p14"/>
          <p:cNvSpPr txBox="1"/>
          <p:nvPr/>
        </p:nvSpPr>
        <p:spPr>
          <a:xfrm>
            <a:off x="1058700" y="818250"/>
            <a:ext cx="7026600" cy="35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900">
                <a:solidFill>
                  <a:schemeClr val="dk2"/>
                </a:solidFill>
              </a:rPr>
              <a:t>・</a:t>
            </a:r>
            <a:r>
              <a:rPr b="1" lang="ja" sz="2900">
                <a:solidFill>
                  <a:schemeClr val="dk2"/>
                </a:solidFill>
              </a:rPr>
              <a:t>インターフェース化する</a:t>
            </a:r>
            <a:endParaRPr b="1" sz="2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900">
                <a:solidFill>
                  <a:schemeClr val="dk2"/>
                </a:solidFill>
              </a:rPr>
              <a:t>・インターフェース実践</a:t>
            </a:r>
            <a:endParaRPr b="1"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1058700" y="1265400"/>
            <a:ext cx="70266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400">
                <a:solidFill>
                  <a:schemeClr val="dk2"/>
                </a:solidFill>
              </a:rPr>
              <a:t>インターフェース化する</a:t>
            </a:r>
            <a:endParaRPr b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インターフェースとは？</a:t>
            </a:r>
            <a:endParaRPr b="1"/>
          </a:p>
        </p:txBody>
      </p:sp>
      <p:sp>
        <p:nvSpPr>
          <p:cNvPr id="72" name="Google Shape;72;p16"/>
          <p:cNvSpPr txBox="1"/>
          <p:nvPr/>
        </p:nvSpPr>
        <p:spPr>
          <a:xfrm>
            <a:off x="297450" y="572700"/>
            <a:ext cx="8549100" cy="44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クラスをまたいで関数を呼ぶ時に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インターフェース化しておくことでどこからでも呼べるようになる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↓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通信の共通ルール化、とも言える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これまでキャストしてから呼んでいた関数を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インターフェース化していきます。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ちなみに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「キャストしないこと」のメリットは？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AC_OverlapPlayerのキャストを確認</a:t>
            </a:r>
            <a:endParaRPr b="1"/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41700"/>
            <a:ext cx="8839200" cy="341193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/>
          <p:nvPr/>
        </p:nvSpPr>
        <p:spPr>
          <a:xfrm>
            <a:off x="2559373" y="857750"/>
            <a:ext cx="1435800" cy="244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/>
        </p:nvSpPr>
        <p:spPr>
          <a:xfrm>
            <a:off x="4572000" y="3838075"/>
            <a:ext cx="4133700" cy="89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キャストしてから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「RecievedNotifyFromEvent」を</a:t>
            </a:r>
            <a:r>
              <a:rPr b="1" lang="ja" sz="1500">
                <a:solidFill>
                  <a:srgbClr val="FFFF00"/>
                </a:solidFill>
              </a:rPr>
              <a:t>呼んでいる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→ここをインターフェース化する</a:t>
            </a:r>
            <a:endParaRPr b="1" sz="1500">
              <a:solidFill>
                <a:srgbClr val="FFFF00"/>
              </a:solidFill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2829221" y="1432890"/>
            <a:ext cx="6027600" cy="1730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BPI_Playerの作成</a:t>
            </a:r>
            <a:endParaRPr b="1"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8500"/>
            <a:ext cx="8839202" cy="361254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/>
          <p:nvPr/>
        </p:nvSpPr>
        <p:spPr>
          <a:xfrm>
            <a:off x="6610750" y="2642700"/>
            <a:ext cx="2234100" cy="391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/>
          <p:nvPr/>
        </p:nvSpPr>
        <p:spPr>
          <a:xfrm>
            <a:off x="3651200" y="3034500"/>
            <a:ext cx="860400" cy="211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/>
        </p:nvSpPr>
        <p:spPr>
          <a:xfrm>
            <a:off x="2014550" y="3990725"/>
            <a:ext cx="4133700" cy="699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新規ブループリントインターフェースを作成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→「BPI_Player」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BPI_Playerの作成</a:t>
            </a:r>
            <a:endParaRPr b="1"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088" y="690875"/>
            <a:ext cx="7896225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8063" y="3776325"/>
            <a:ext cx="5429250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/>
          <p:nvPr/>
        </p:nvSpPr>
        <p:spPr>
          <a:xfrm>
            <a:off x="5578238" y="1918893"/>
            <a:ext cx="2645400" cy="211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/>
          <p:nvPr/>
        </p:nvSpPr>
        <p:spPr>
          <a:xfrm>
            <a:off x="3252838" y="3844500"/>
            <a:ext cx="4184100" cy="608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4479200" y="2417113"/>
            <a:ext cx="4133700" cy="699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名前を「PlayerRecievedNotifyFromEvent」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→インプットに「OwnerName」を追加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BP_Player</a:t>
            </a:r>
            <a:r>
              <a:rPr b="1" lang="ja"/>
              <a:t>に</a:t>
            </a:r>
            <a:r>
              <a:rPr b="1" lang="ja"/>
              <a:t>BPI_Playerを設定</a:t>
            </a:r>
            <a:endParaRPr b="1"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08250"/>
            <a:ext cx="8839200" cy="352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/>
          <p:nvPr/>
        </p:nvSpPr>
        <p:spPr>
          <a:xfrm>
            <a:off x="2137491" y="808253"/>
            <a:ext cx="824100" cy="288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/>
          <p:nvPr/>
        </p:nvSpPr>
        <p:spPr>
          <a:xfrm>
            <a:off x="5859836" y="3121397"/>
            <a:ext cx="1881300" cy="688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0"/>
          <p:cNvSpPr txBox="1"/>
          <p:nvPr/>
        </p:nvSpPr>
        <p:spPr>
          <a:xfrm>
            <a:off x="2137500" y="2165550"/>
            <a:ext cx="3313800" cy="81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BP_Playerの「クラス設定」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→「実装インターフェース」の追加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→「BPI_Player」を選択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インターフェースの実装※UE5の場合</a:t>
            </a:r>
            <a:endParaRPr b="1"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90088"/>
            <a:ext cx="8839200" cy="365666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/>
          <p:nvPr/>
        </p:nvSpPr>
        <p:spPr>
          <a:xfrm>
            <a:off x="364025" y="2518425"/>
            <a:ext cx="2609400" cy="324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1"/>
          <p:cNvSpPr txBox="1"/>
          <p:nvPr/>
        </p:nvSpPr>
        <p:spPr>
          <a:xfrm>
            <a:off x="714300" y="3622425"/>
            <a:ext cx="7715400" cy="1032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BPIを設定すると「インターフェース」欄に表示される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→ダブルクリックすると</a:t>
            </a:r>
            <a:r>
              <a:rPr b="1" lang="ja" sz="1500">
                <a:solidFill>
                  <a:srgbClr val="FFFF00"/>
                </a:solidFill>
              </a:rPr>
              <a:t>、グラフ上に</a:t>
            </a:r>
            <a:r>
              <a:rPr b="1" lang="ja" sz="1500">
                <a:solidFill>
                  <a:srgbClr val="FFFF00"/>
                </a:solidFill>
              </a:rPr>
              <a:t>定義が作成される</a:t>
            </a:r>
            <a:r>
              <a:rPr b="1" lang="ja" sz="1500">
                <a:solidFill>
                  <a:srgbClr val="FFFF00"/>
                </a:solidFill>
              </a:rPr>
              <a:t>（↑）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※リターンを持たないインターフェースはイベント扱いでイベントグラフに追加される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インターフェースの実装※UE4の場合</a:t>
            </a:r>
            <a:endParaRPr b="1"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50" y="925000"/>
            <a:ext cx="3876675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5625" y="1172650"/>
            <a:ext cx="4314825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/>
          <p:nvPr/>
        </p:nvSpPr>
        <p:spPr>
          <a:xfrm>
            <a:off x="2900550" y="1813832"/>
            <a:ext cx="1000500" cy="222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 txBox="1"/>
          <p:nvPr/>
        </p:nvSpPr>
        <p:spPr>
          <a:xfrm>
            <a:off x="714300" y="3469775"/>
            <a:ext cx="7715400" cy="1032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BPIを設定すると「インターフェース」欄に表示される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</a:t>
            </a:r>
            <a:r>
              <a:rPr b="1" lang="ja" sz="1500">
                <a:solidFill>
                  <a:srgbClr val="FFFF00"/>
                </a:solidFill>
              </a:rPr>
              <a:t>右クリックで「イベントを実装」を選択すると</a:t>
            </a:r>
            <a:r>
              <a:rPr b="1" lang="ja" sz="1500">
                <a:solidFill>
                  <a:srgbClr val="FFFF00"/>
                </a:solidFill>
              </a:rPr>
              <a:t>、グラフ上に定義が作成される（↑）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※リターンを持たないインターフェースはイベント扱いでイベントグラフに追加される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インターフェースの実装</a:t>
            </a:r>
            <a:endParaRPr b="1"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250" y="1004050"/>
            <a:ext cx="3590925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0050" y="756400"/>
            <a:ext cx="4257675" cy="26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3605112" y="1827775"/>
            <a:ext cx="342900" cy="324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/>
          <p:nvPr/>
        </p:nvSpPr>
        <p:spPr>
          <a:xfrm>
            <a:off x="986113" y="2449900"/>
            <a:ext cx="1224000" cy="324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/>
          <p:nvPr/>
        </p:nvSpPr>
        <p:spPr>
          <a:xfrm>
            <a:off x="4884614" y="864325"/>
            <a:ext cx="2962200" cy="324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3"/>
          <p:cNvSpPr txBox="1"/>
          <p:nvPr/>
        </p:nvSpPr>
        <p:spPr>
          <a:xfrm>
            <a:off x="1287600" y="3354500"/>
            <a:ext cx="6568800" cy="1032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インターフェース用のイベントグラフ「InterfaceGraph」を作成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先ほどダブルクリックで呼び出したPlayerRecievedNotifyFromEventを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新しいグラフの方へ切り取り＆貼り付け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インターフェースの実装</a:t>
            </a:r>
            <a:endParaRPr b="1"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325" y="755750"/>
            <a:ext cx="7753350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 txBox="1"/>
          <p:nvPr/>
        </p:nvSpPr>
        <p:spPr>
          <a:xfrm>
            <a:off x="1287600" y="3668575"/>
            <a:ext cx="6568800" cy="869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グラフ上で既存の関数を呼ぶ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インターフェースは他クラスとやり取りするための入り口となる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AC_OverlapPlayerの修正</a:t>
            </a:r>
            <a:endParaRPr b="1"/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088" y="1123950"/>
            <a:ext cx="6981825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確認</a:t>
            </a:r>
            <a:endParaRPr b="1"/>
          </a:p>
        </p:txBody>
      </p:sp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250" y="572688"/>
            <a:ext cx="7991475" cy="414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6"/>
          <p:cNvSpPr txBox="1"/>
          <p:nvPr/>
        </p:nvSpPr>
        <p:spPr>
          <a:xfrm>
            <a:off x="3628788" y="1155550"/>
            <a:ext cx="1886400" cy="39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以前通り動けばOK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BP_Doorの修正</a:t>
            </a:r>
            <a:endParaRPr b="1"/>
          </a:p>
        </p:txBody>
      </p:sp>
      <p:pic>
        <p:nvPicPr>
          <p:cNvPr id="163" name="Google Shape;16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91625"/>
            <a:ext cx="8839200" cy="356023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/>
          <p:nvPr/>
        </p:nvSpPr>
        <p:spPr>
          <a:xfrm>
            <a:off x="2873849" y="1686613"/>
            <a:ext cx="2659500" cy="2545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7"/>
          <p:cNvSpPr txBox="1"/>
          <p:nvPr/>
        </p:nvSpPr>
        <p:spPr>
          <a:xfrm>
            <a:off x="6071400" y="3468613"/>
            <a:ext cx="2174700" cy="76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当たり判定の制御を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タグで行うように修正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BP_SwitchButtonも修正しておく</a:t>
            </a:r>
            <a:endParaRPr b="1"/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03125"/>
            <a:ext cx="8839199" cy="353724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8"/>
          <p:cNvSpPr/>
          <p:nvPr/>
        </p:nvSpPr>
        <p:spPr>
          <a:xfrm>
            <a:off x="3111621" y="1522225"/>
            <a:ext cx="3396300" cy="2310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/>
        </p:nvSpPr>
        <p:spPr>
          <a:xfrm>
            <a:off x="1058700" y="1265400"/>
            <a:ext cx="70266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400">
                <a:solidFill>
                  <a:schemeClr val="dk2"/>
                </a:solidFill>
              </a:rPr>
              <a:t>インターフェース</a:t>
            </a:r>
            <a:r>
              <a:rPr b="1" lang="ja" sz="3400">
                <a:solidFill>
                  <a:schemeClr val="dk2"/>
                </a:solidFill>
              </a:rPr>
              <a:t>実践</a:t>
            </a:r>
            <a:endParaRPr b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実践内容</a:t>
            </a:r>
            <a:endParaRPr b="1"/>
          </a:p>
        </p:txBody>
      </p:sp>
      <p:sp>
        <p:nvSpPr>
          <p:cNvPr id="183" name="Google Shape;183;p30"/>
          <p:cNvSpPr txBox="1"/>
          <p:nvPr/>
        </p:nvSpPr>
        <p:spPr>
          <a:xfrm>
            <a:off x="297450" y="572700"/>
            <a:ext cx="8549100" cy="44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獲得することでHPが回復するアイテムを作成しましょう。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基本的な方針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・獲得するとHPが「全回復」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・BPI_PlayerにPlayerReceivedNotifyFromHealItemを作成する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　└インターフェースを必ず使用すること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・AC_OverlapPlayerの処理でイベントを分岐させる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まずはスタティックメッシュ作成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回復薬用のスタティックメッシュ作成</a:t>
            </a:r>
            <a:endParaRPr b="1"/>
          </a:p>
        </p:txBody>
      </p:sp>
      <p:pic>
        <p:nvPicPr>
          <p:cNvPr id="189" name="Google Shape;18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325" y="842525"/>
            <a:ext cx="2905125" cy="397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5800" y="1203488"/>
            <a:ext cx="2286000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4475" y="1676275"/>
            <a:ext cx="3124200" cy="945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44475" y="3032388"/>
            <a:ext cx="3124200" cy="121546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1"/>
          <p:cNvSpPr/>
          <p:nvPr/>
        </p:nvSpPr>
        <p:spPr>
          <a:xfrm>
            <a:off x="1432348" y="2085900"/>
            <a:ext cx="1834500" cy="349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1"/>
          <p:cNvSpPr/>
          <p:nvPr/>
        </p:nvSpPr>
        <p:spPr>
          <a:xfrm>
            <a:off x="1432348" y="2860675"/>
            <a:ext cx="1834500" cy="349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回復薬用のスタティックメッシュ作成</a:t>
            </a:r>
            <a:endParaRPr b="1"/>
          </a:p>
        </p:txBody>
      </p:sp>
      <p:pic>
        <p:nvPicPr>
          <p:cNvPr id="200" name="Google Shape;20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138" y="572700"/>
            <a:ext cx="3295871" cy="426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1684" y="572700"/>
            <a:ext cx="4557179" cy="2090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1684" y="3097891"/>
            <a:ext cx="23241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2"/>
          <p:cNvSpPr txBox="1"/>
          <p:nvPr/>
        </p:nvSpPr>
        <p:spPr>
          <a:xfrm>
            <a:off x="4011688" y="3846450"/>
            <a:ext cx="29664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ピボットを中心に変更しておく</a:t>
            </a:r>
            <a:endParaRPr b="1" sz="1500">
              <a:solidFill>
                <a:srgbClr val="FFFF00"/>
              </a:solidFill>
            </a:endParaRPr>
          </a:p>
        </p:txBody>
      </p:sp>
      <p:sp>
        <p:nvSpPr>
          <p:cNvPr id="204" name="Google Shape;204;p32"/>
          <p:cNvSpPr/>
          <p:nvPr/>
        </p:nvSpPr>
        <p:spPr>
          <a:xfrm>
            <a:off x="680799" y="641500"/>
            <a:ext cx="1024200" cy="185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実践内容</a:t>
            </a:r>
            <a:endParaRPr b="1"/>
          </a:p>
        </p:txBody>
      </p:sp>
      <p:sp>
        <p:nvSpPr>
          <p:cNvPr id="210" name="Google Shape;210;p33"/>
          <p:cNvSpPr txBox="1"/>
          <p:nvPr/>
        </p:nvSpPr>
        <p:spPr>
          <a:xfrm>
            <a:off x="2837100" y="2178900"/>
            <a:ext cx="3469800" cy="78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ではインターフェースを使用するBP_Healitemを作成してみましょう。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/>
        </p:nvSpPr>
        <p:spPr>
          <a:xfrm>
            <a:off x="1058700" y="1265400"/>
            <a:ext cx="70266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400">
                <a:solidFill>
                  <a:schemeClr val="dk2"/>
                </a:solidFill>
              </a:rPr>
              <a:t>解説</a:t>
            </a:r>
            <a:endParaRPr b="1" sz="3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400">
                <a:solidFill>
                  <a:schemeClr val="dk2"/>
                </a:solidFill>
              </a:rPr>
              <a:t>※自力でやる人は見ないように</a:t>
            </a:r>
            <a:endParaRPr b="1" sz="3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BP_HealItemの実装</a:t>
            </a:r>
            <a:endParaRPr b="1"/>
          </a:p>
        </p:txBody>
      </p:sp>
      <p:pic>
        <p:nvPicPr>
          <p:cNvPr id="221" name="Google Shape;22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975" y="572700"/>
            <a:ext cx="3571875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7725" y="572700"/>
            <a:ext cx="4056304" cy="42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5"/>
          <p:cNvSpPr/>
          <p:nvPr/>
        </p:nvSpPr>
        <p:spPr>
          <a:xfrm>
            <a:off x="1044800" y="1919100"/>
            <a:ext cx="1834500" cy="1305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BP_HealItemの実装</a:t>
            </a:r>
            <a:endParaRPr b="1"/>
          </a:p>
        </p:txBody>
      </p:sp>
      <p:pic>
        <p:nvPicPr>
          <p:cNvPr id="229" name="Google Shape;22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26025"/>
            <a:ext cx="8839202" cy="329778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6"/>
          <p:cNvSpPr/>
          <p:nvPr/>
        </p:nvSpPr>
        <p:spPr>
          <a:xfrm>
            <a:off x="5976900" y="3014600"/>
            <a:ext cx="1036200" cy="204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6"/>
          <p:cNvSpPr txBox="1"/>
          <p:nvPr/>
        </p:nvSpPr>
        <p:spPr>
          <a:xfrm>
            <a:off x="5118300" y="3825475"/>
            <a:ext cx="2753400" cy="49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「Heal」という文字列を送る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BPI_Player</a:t>
            </a:r>
            <a:r>
              <a:rPr b="1" lang="ja"/>
              <a:t>の実装</a:t>
            </a:r>
            <a:endParaRPr b="1"/>
          </a:p>
        </p:txBody>
      </p:sp>
      <p:pic>
        <p:nvPicPr>
          <p:cNvPr id="237" name="Google Shape;23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675" y="1176325"/>
            <a:ext cx="8810625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7"/>
          <p:cNvSpPr/>
          <p:nvPr/>
        </p:nvSpPr>
        <p:spPr>
          <a:xfrm>
            <a:off x="5413246" y="2661850"/>
            <a:ext cx="2926800" cy="231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338" y="1477974"/>
            <a:ext cx="8585330" cy="218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BP_Playerの実装</a:t>
            </a:r>
            <a:endParaRPr b="1"/>
          </a:p>
        </p:txBody>
      </p:sp>
      <p:sp>
        <p:nvSpPr>
          <p:cNvPr id="245" name="Google Shape;245;p38"/>
          <p:cNvSpPr/>
          <p:nvPr/>
        </p:nvSpPr>
        <p:spPr>
          <a:xfrm>
            <a:off x="3146827" y="1972200"/>
            <a:ext cx="5580600" cy="1555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8"/>
          <p:cNvSpPr txBox="1"/>
          <p:nvPr/>
        </p:nvSpPr>
        <p:spPr>
          <a:xfrm>
            <a:off x="4133150" y="3594350"/>
            <a:ext cx="1212300" cy="45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全回復する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AC_OverlapPlayer</a:t>
            </a:r>
            <a:r>
              <a:rPr b="1" lang="ja"/>
              <a:t>の実装</a:t>
            </a:r>
            <a:endParaRPr b="1"/>
          </a:p>
        </p:txBody>
      </p:sp>
      <p:pic>
        <p:nvPicPr>
          <p:cNvPr id="252" name="Google Shape;25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25463"/>
            <a:ext cx="8839202" cy="366437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9"/>
          <p:cNvSpPr/>
          <p:nvPr/>
        </p:nvSpPr>
        <p:spPr>
          <a:xfrm>
            <a:off x="1784600" y="1796200"/>
            <a:ext cx="2787300" cy="1241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9"/>
          <p:cNvSpPr/>
          <p:nvPr/>
        </p:nvSpPr>
        <p:spPr>
          <a:xfrm>
            <a:off x="6469850" y="973925"/>
            <a:ext cx="2363400" cy="1241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9"/>
          <p:cNvSpPr txBox="1"/>
          <p:nvPr/>
        </p:nvSpPr>
        <p:spPr>
          <a:xfrm>
            <a:off x="1784600" y="3732325"/>
            <a:ext cx="3161700" cy="78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（あまりよくないですが）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「Heal」という文字列で判別する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確認</a:t>
            </a:r>
            <a:endParaRPr b="1"/>
          </a:p>
        </p:txBody>
      </p:sp>
      <p:pic>
        <p:nvPicPr>
          <p:cNvPr id="261" name="Google Shape;26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150" y="572700"/>
            <a:ext cx="3995300" cy="29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7750" y="1939325"/>
            <a:ext cx="4533099" cy="28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0"/>
          <p:cNvSpPr txBox="1"/>
          <p:nvPr/>
        </p:nvSpPr>
        <p:spPr>
          <a:xfrm>
            <a:off x="5692350" y="1010000"/>
            <a:ext cx="1683900" cy="49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全回復すればOK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