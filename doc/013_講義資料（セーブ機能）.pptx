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d2b135f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d2b135f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d24c34fc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d24c34fc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060f208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060f208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d24c34fc8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d24c34fc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0caec059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0caec059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0caec059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0caec059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0caec059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0caec059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0caec059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0caec059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0caec0595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0caec0595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0caec0595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0caec0595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0caec059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0caec059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0caec059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0caec059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0caec059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0caec059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0caec0595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0caec0595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0caec0595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0caec059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0caec0595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0caec0595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0caec0595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0caec0595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0caec0595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0caec0595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0caec0595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d0caec0595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0caec0595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0caec0595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0caec0595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0caec0595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0caec0595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d0caec0595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0caec0595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0caec0595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0caec0595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d0caec0595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0caec0595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d0caec0595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0caec0595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0caec0595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0caec0595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0caec0595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0caec0595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d0caec0595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d0caec0595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d0caec0595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0caec0595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d0caec059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0caec0595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d0caec0595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0caec0595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d0caec0595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d0caec0595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d0caec0595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0caec0595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d0caec0595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0caec0595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d0caec0595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0caec0595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d0caec0595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d0caec0595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d0caec0595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7e143a3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d7e143a3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7e143a33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d7e143a33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7e143a33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d7e143a33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7e143a33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d7e143a33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d7e143a33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d7e143a33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d7e143a33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d7e143a33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17390d62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d17390d62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d17390d62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d17390d62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d7e143a33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d7e143a33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d7e143a33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d7e143a33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d7e143a33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d7e143a33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d7e3ba968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d7e3ba968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d7e3ba968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d7e3ba968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d7e3ba968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d7e3ba968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d7e3ba968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d7e3ba968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17390d6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d17390d6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d17390d62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d17390d62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d17390d62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d17390d62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d17390d62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d17390d62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d17390d62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d17390d62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d17390d621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d17390d621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d17390d62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d17390d62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hyperlink" Target="https://docs.google.com/presentation/d/1taKMx9_stUU0tDNmWC6fuz4pP_b6MzQByWLNM1HIuls/edit?slide=id.g3cd24c34fc8_0_5#slide=id.g3cd24c34fc8_0_5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hyperlink" Target="https://docs.google.com/presentation/d/1cC2X-av_XnoiJ6qA5wILju5UQh8Xrld8AH54NSSIrtk/edit?slide=id.g3c0c3af3a6f_0_422#slide=id.g3c0c3af3a6f_0_422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3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Relationship Id="rId4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png"/><Relationship Id="rId4" Type="http://schemas.openxmlformats.org/officeDocument/2006/relationships/image" Target="../media/image48.png"/><Relationship Id="rId5" Type="http://schemas.openxmlformats.org/officeDocument/2006/relationships/image" Target="../media/image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6.png"/><Relationship Id="rId4" Type="http://schemas.openxmlformats.org/officeDocument/2006/relationships/image" Target="../media/image3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1.png"/><Relationship Id="rId4" Type="http://schemas.openxmlformats.org/officeDocument/2006/relationships/image" Target="../media/image4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0.png"/><Relationship Id="rId4" Type="http://schemas.openxmlformats.org/officeDocument/2006/relationships/image" Target="../media/image5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8.png"/><Relationship Id="rId4" Type="http://schemas.openxmlformats.org/officeDocument/2006/relationships/image" Target="../media/image5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2.png"/><Relationship Id="rId4" Type="http://schemas.openxmlformats.org/officeDocument/2006/relationships/image" Target="../media/image6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Unreal Engine講義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セーブ機能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構成</a:t>
            </a:r>
            <a:endParaRPr b="1"/>
          </a:p>
        </p:txBody>
      </p:sp>
      <p:sp>
        <p:nvSpPr>
          <p:cNvPr id="61" name="Google Shape;61;p14"/>
          <p:cNvSpPr txBox="1"/>
          <p:nvPr/>
        </p:nvSpPr>
        <p:spPr>
          <a:xfrm>
            <a:off x="1058700" y="818250"/>
            <a:ext cx="7026600" cy="35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900">
                <a:solidFill>
                  <a:schemeClr val="dk2"/>
                </a:solidFill>
              </a:rPr>
              <a:t>・</a:t>
            </a:r>
            <a:r>
              <a:rPr b="1" lang="ja" sz="2900">
                <a:solidFill>
                  <a:schemeClr val="dk2"/>
                </a:solidFill>
              </a:rPr>
              <a:t>エフェクト作成</a:t>
            </a:r>
            <a:endParaRPr b="1" sz="2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900">
                <a:solidFill>
                  <a:schemeClr val="dk2"/>
                </a:solidFill>
              </a:rPr>
              <a:t>・BP_SavePointの実装</a:t>
            </a:r>
            <a:endParaRPr b="1" sz="2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900">
                <a:solidFill>
                  <a:schemeClr val="dk2"/>
                </a:solidFill>
              </a:rPr>
              <a:t>・セーブデータ出力と読み込み</a:t>
            </a:r>
            <a:endParaRPr b="1"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1058700" y="1265400"/>
            <a:ext cx="70266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400">
                <a:solidFill>
                  <a:schemeClr val="dk2"/>
                </a:solidFill>
              </a:rPr>
              <a:t>エフェクト作成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セーブ機能の作成</a:t>
            </a:r>
            <a:endParaRPr b="1"/>
          </a:p>
        </p:txBody>
      </p:sp>
      <p:sp>
        <p:nvSpPr>
          <p:cNvPr id="72" name="Google Shape;72;p16"/>
          <p:cNvSpPr txBox="1"/>
          <p:nvPr/>
        </p:nvSpPr>
        <p:spPr>
          <a:xfrm>
            <a:off x="297450" y="572700"/>
            <a:ext cx="8549100" cy="44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今回はセーブ用のBPに触れると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位置情報と鍵の取得情報をセーブファイルに出力する機能を作成します。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その準備として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ナイアガラとWidgetを使用して簡単なエフェクトを用意します。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マテリアル「M_SaveLight」作成</a:t>
            </a:r>
            <a:endParaRPr b="1"/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550" y="572700"/>
            <a:ext cx="7340899" cy="42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/>
          <p:nvPr/>
        </p:nvSpPr>
        <p:spPr>
          <a:xfrm>
            <a:off x="1079727" y="3934450"/>
            <a:ext cx="2586600" cy="904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3141025" y="1625250"/>
            <a:ext cx="4388700" cy="637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※UE5.7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BlendModeは「TranslucentgreyTransmittar」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マテリアル「M_SaveLight」作成</a:t>
            </a:r>
            <a:endParaRPr b="1"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763" y="572700"/>
            <a:ext cx="8644476" cy="426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ナイアガラ</a:t>
            </a:r>
            <a:r>
              <a:rPr b="1" lang="ja"/>
              <a:t>「N_SaveLight」作成</a:t>
            </a:r>
            <a:endParaRPr b="1"/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5463" y="860838"/>
            <a:ext cx="5553075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2964900" y="3466950"/>
            <a:ext cx="3214200" cy="815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 u="sng">
                <a:solidFill>
                  <a:schemeClr val="hlink"/>
                </a:solidFill>
                <a:hlinkClick r:id="rId4"/>
              </a:rPr>
              <a:t>火を作成した時</a:t>
            </a:r>
            <a:r>
              <a:rPr b="1" lang="ja" sz="1500">
                <a:solidFill>
                  <a:srgbClr val="FFFF00"/>
                </a:solidFill>
              </a:rPr>
              <a:t>同様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テンプレート</a:t>
            </a:r>
            <a:r>
              <a:rPr b="1" lang="ja" sz="1500">
                <a:solidFill>
                  <a:srgbClr val="FFFF00"/>
                </a:solidFill>
              </a:rPr>
              <a:t>「</a:t>
            </a:r>
            <a:r>
              <a:rPr b="1" lang="ja" sz="1500">
                <a:solidFill>
                  <a:srgbClr val="FFFF00"/>
                </a:solidFill>
              </a:rPr>
              <a:t>Fountain</a:t>
            </a:r>
            <a:r>
              <a:rPr b="1" lang="ja" sz="1500">
                <a:solidFill>
                  <a:srgbClr val="FFFF00"/>
                </a:solidFill>
              </a:rPr>
              <a:t>」で作成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ナイアガラ「N_SaveLight」作成</a:t>
            </a:r>
            <a:r>
              <a:rPr b="1" lang="ja"/>
              <a:t>※UE5の場合</a:t>
            </a:r>
            <a:endParaRPr b="1"/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2150" y="600075"/>
            <a:ext cx="5019675" cy="39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/>
          <p:nvPr/>
        </p:nvSpPr>
        <p:spPr>
          <a:xfrm>
            <a:off x="2312737" y="2196450"/>
            <a:ext cx="2762700" cy="920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/>
          <p:nvPr/>
        </p:nvSpPr>
        <p:spPr>
          <a:xfrm>
            <a:off x="2312738" y="4223400"/>
            <a:ext cx="1118700" cy="255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/>
        </p:nvSpPr>
        <p:spPr>
          <a:xfrm>
            <a:off x="5075438" y="4051500"/>
            <a:ext cx="1218000" cy="42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各値を編集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ナイアガラ「N_SaveLight」作成</a:t>
            </a:r>
            <a:r>
              <a:rPr b="1" lang="ja"/>
              <a:t>※UE5の場合</a:t>
            </a:r>
            <a:endParaRPr b="1"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875" y="666750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/>
          <p:nvPr/>
        </p:nvSpPr>
        <p:spPr>
          <a:xfrm>
            <a:off x="5283772" y="2015675"/>
            <a:ext cx="836700" cy="255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/>
          <p:nvPr/>
        </p:nvSpPr>
        <p:spPr>
          <a:xfrm>
            <a:off x="2382988" y="3835600"/>
            <a:ext cx="4242600" cy="255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25" y="572725"/>
            <a:ext cx="5104474" cy="108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ナイアガラ「N_SaveLight」作成※UE4の場合</a:t>
            </a:r>
            <a:endParaRPr b="1"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425" y="1785875"/>
            <a:ext cx="6210300" cy="250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80700" y="2337475"/>
            <a:ext cx="5841874" cy="269332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9" name="Google Shape;119;p22"/>
          <p:cNvSpPr/>
          <p:nvPr/>
        </p:nvSpPr>
        <p:spPr>
          <a:xfrm>
            <a:off x="725685" y="676975"/>
            <a:ext cx="4242300" cy="255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 txBox="1"/>
          <p:nvPr/>
        </p:nvSpPr>
        <p:spPr>
          <a:xfrm>
            <a:off x="5825249" y="572700"/>
            <a:ext cx="2489400" cy="108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←SphereLocationは削除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CylinderLocationを追加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下記の設定↓</a:t>
            </a:r>
            <a:endParaRPr b="1" sz="1500">
              <a:solidFill>
                <a:srgbClr val="FFFF00"/>
              </a:solidFill>
            </a:endParaRPr>
          </a:p>
        </p:txBody>
      </p:sp>
      <p:sp>
        <p:nvSpPr>
          <p:cNvPr id="121" name="Google Shape;121;p22"/>
          <p:cNvSpPr/>
          <p:nvPr/>
        </p:nvSpPr>
        <p:spPr>
          <a:xfrm>
            <a:off x="995523" y="1870750"/>
            <a:ext cx="5301300" cy="255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/>
          <p:nvPr/>
        </p:nvSpPr>
        <p:spPr>
          <a:xfrm>
            <a:off x="631223" y="3761150"/>
            <a:ext cx="1285200" cy="255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2"/>
          <p:cNvSpPr/>
          <p:nvPr/>
        </p:nvSpPr>
        <p:spPr>
          <a:xfrm>
            <a:off x="3320150" y="2661309"/>
            <a:ext cx="2976600" cy="532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2"/>
          <p:cNvSpPr/>
          <p:nvPr/>
        </p:nvSpPr>
        <p:spPr>
          <a:xfrm>
            <a:off x="3442775" y="4458250"/>
            <a:ext cx="1683000" cy="532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ナイアガラ「N_SaveLight」作成※UE4の場合</a:t>
            </a:r>
            <a:endParaRPr b="1"/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200" y="572700"/>
            <a:ext cx="5162550" cy="154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9900" y="1335750"/>
            <a:ext cx="5635900" cy="333572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" name="Google Shape;132;p23"/>
          <p:cNvSpPr/>
          <p:nvPr/>
        </p:nvSpPr>
        <p:spPr>
          <a:xfrm>
            <a:off x="819175" y="643100"/>
            <a:ext cx="4520400" cy="255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3"/>
          <p:cNvSpPr/>
          <p:nvPr/>
        </p:nvSpPr>
        <p:spPr>
          <a:xfrm>
            <a:off x="3225825" y="1959675"/>
            <a:ext cx="4971300" cy="572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/>
          <p:nvPr/>
        </p:nvSpPr>
        <p:spPr>
          <a:xfrm>
            <a:off x="3685150" y="4122908"/>
            <a:ext cx="4850700" cy="210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378200" y="2806075"/>
            <a:ext cx="2333700" cy="186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1500">
                <a:solidFill>
                  <a:srgbClr val="FFFF00"/>
                </a:solidFill>
              </a:rPr>
              <a:t>↑AddVelocityInConeは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1500">
                <a:solidFill>
                  <a:srgbClr val="FFFF00"/>
                </a:solidFill>
              </a:rPr>
              <a:t>使用しない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1500">
                <a:solidFill>
                  <a:srgbClr val="FFFF00"/>
                </a:solidFill>
              </a:rPr>
              <a:t>別途AddVelocityを追加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1500">
                <a:solidFill>
                  <a:srgbClr val="FFFF00"/>
                </a:solidFill>
              </a:rPr>
              <a:t>GravityForce</a:t>
            </a:r>
            <a:r>
              <a:rPr b="1" lang="ja" sz="1500">
                <a:solidFill>
                  <a:srgbClr val="FFFF00"/>
                </a:solidFill>
              </a:rPr>
              <a:t>は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ja" sz="1500">
                <a:solidFill>
                  <a:srgbClr val="FFFF00"/>
                </a:solidFill>
              </a:rPr>
              <a:t>使用しない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ナイアガラ「N_SaveLight」作成</a:t>
            </a:r>
            <a:endParaRPr b="1"/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9800" y="572700"/>
            <a:ext cx="5024400" cy="42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2336021" y="958525"/>
            <a:ext cx="2751000" cy="255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/>
          <p:nvPr/>
        </p:nvSpPr>
        <p:spPr>
          <a:xfrm>
            <a:off x="2535400" y="3424325"/>
            <a:ext cx="2751000" cy="620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/>
          <p:nvPr/>
        </p:nvSpPr>
        <p:spPr>
          <a:xfrm>
            <a:off x="2535400" y="4410475"/>
            <a:ext cx="2974500" cy="303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ナイアガラ「N_SaveLight」作成</a:t>
            </a:r>
            <a:endParaRPr b="1"/>
          </a:p>
        </p:txBody>
      </p:sp>
      <p:pic>
        <p:nvPicPr>
          <p:cNvPr id="150" name="Google Shape;15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825" y="1645315"/>
            <a:ext cx="2707050" cy="8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7300" y="1331350"/>
            <a:ext cx="509587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3004350" y="3090950"/>
            <a:ext cx="3135300" cy="721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SpriteRenderer</a:t>
            </a:r>
            <a:r>
              <a:rPr b="1" lang="ja" sz="1500">
                <a:solidFill>
                  <a:srgbClr val="FFFF00"/>
                </a:solidFill>
              </a:rPr>
              <a:t>のMaterialに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作成したM_SaveLightを設定する</a:t>
            </a:r>
            <a:endParaRPr b="1" sz="1500">
              <a:solidFill>
                <a:srgbClr val="FFFF00"/>
              </a:solidFill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785675" y="2045725"/>
            <a:ext cx="2082000" cy="263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5"/>
          <p:cNvSpPr/>
          <p:nvPr/>
        </p:nvSpPr>
        <p:spPr>
          <a:xfrm>
            <a:off x="3932575" y="1963250"/>
            <a:ext cx="4043400" cy="721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50" y="572700"/>
            <a:ext cx="7429500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画面エフェクト用のUserWidget作成</a:t>
            </a:r>
            <a:endParaRPr b="1"/>
          </a:p>
        </p:txBody>
      </p:sp>
      <p:pic>
        <p:nvPicPr>
          <p:cNvPr id="166" name="Google Shape;16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6038" y="1191788"/>
            <a:ext cx="3971925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7"/>
          <p:cNvSpPr/>
          <p:nvPr/>
        </p:nvSpPr>
        <p:spPr>
          <a:xfrm>
            <a:off x="2852475" y="2016113"/>
            <a:ext cx="1719600" cy="456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7"/>
          <p:cNvSpPr txBox="1"/>
          <p:nvPr/>
        </p:nvSpPr>
        <p:spPr>
          <a:xfrm>
            <a:off x="2420850" y="3092213"/>
            <a:ext cx="4302300" cy="859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UW_ScreenEffectを作成し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最初にスケールボックス（ScaleBox）を配置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画面エフェクト用のUserWidget作成</a:t>
            </a:r>
            <a:endParaRPr b="1"/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72688"/>
            <a:ext cx="8839200" cy="357228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/>
          <p:nvPr/>
        </p:nvSpPr>
        <p:spPr>
          <a:xfrm>
            <a:off x="398175" y="1251267"/>
            <a:ext cx="813600" cy="172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8"/>
          <p:cNvSpPr txBox="1"/>
          <p:nvPr/>
        </p:nvSpPr>
        <p:spPr>
          <a:xfrm>
            <a:off x="1457900" y="1251269"/>
            <a:ext cx="2079000" cy="423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次にボーダーを配置</a:t>
            </a:r>
            <a:endParaRPr b="1" sz="1500">
              <a:solidFill>
                <a:srgbClr val="FFFF00"/>
              </a:solidFill>
            </a:endParaRPr>
          </a:p>
        </p:txBody>
      </p:sp>
      <p:pic>
        <p:nvPicPr>
          <p:cNvPr id="177" name="Google Shape;17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163" y="2476263"/>
            <a:ext cx="5381625" cy="22764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8" name="Google Shape;178;p28"/>
          <p:cNvSpPr txBox="1"/>
          <p:nvPr/>
        </p:nvSpPr>
        <p:spPr>
          <a:xfrm>
            <a:off x="5027550" y="3643550"/>
            <a:ext cx="3477000" cy="96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名前を「Effect」とし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←の赤枠の設定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これでScaleBox内が隙間なく埋まる</a:t>
            </a:r>
            <a:endParaRPr b="1" sz="1500">
              <a:solidFill>
                <a:srgbClr val="FFFF00"/>
              </a:solidFill>
            </a:endParaRPr>
          </a:p>
        </p:txBody>
      </p:sp>
      <p:sp>
        <p:nvSpPr>
          <p:cNvPr id="179" name="Google Shape;179;p28"/>
          <p:cNvSpPr/>
          <p:nvPr/>
        </p:nvSpPr>
        <p:spPr>
          <a:xfrm>
            <a:off x="3758400" y="4057659"/>
            <a:ext cx="541800" cy="671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8"/>
          <p:cNvSpPr/>
          <p:nvPr/>
        </p:nvSpPr>
        <p:spPr>
          <a:xfrm>
            <a:off x="740150" y="2883080"/>
            <a:ext cx="2374200" cy="303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画面エフェクト用のUserWidget作成</a:t>
            </a:r>
            <a:endParaRPr b="1"/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7200"/>
            <a:ext cx="8839201" cy="177283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9"/>
          <p:cNvSpPr/>
          <p:nvPr/>
        </p:nvSpPr>
        <p:spPr>
          <a:xfrm>
            <a:off x="199375" y="1454850"/>
            <a:ext cx="519300" cy="280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9"/>
          <p:cNvSpPr/>
          <p:nvPr/>
        </p:nvSpPr>
        <p:spPr>
          <a:xfrm>
            <a:off x="3819000" y="1890725"/>
            <a:ext cx="1506000" cy="621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9"/>
          <p:cNvSpPr txBox="1"/>
          <p:nvPr/>
        </p:nvSpPr>
        <p:spPr>
          <a:xfrm>
            <a:off x="2833500" y="2790775"/>
            <a:ext cx="3477000" cy="1105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0.3秒間にEffectのRenderOpacityを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0→0.5→0に変化させる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 u="sng">
                <a:solidFill>
                  <a:schemeClr val="hlink"/>
                </a:solidFill>
                <a:hlinkClick r:id="rId4"/>
              </a:rPr>
              <a:t>参考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0713" y="700062"/>
            <a:ext cx="5362575" cy="2251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0700" y="3167075"/>
            <a:ext cx="5362575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画面エフェクト用のUserWidget作成</a:t>
            </a:r>
            <a:endParaRPr b="1"/>
          </a:p>
        </p:txBody>
      </p:sp>
      <p:sp>
        <p:nvSpPr>
          <p:cNvPr id="197" name="Google Shape;197;p30"/>
          <p:cNvSpPr/>
          <p:nvPr/>
        </p:nvSpPr>
        <p:spPr>
          <a:xfrm>
            <a:off x="2101550" y="1359675"/>
            <a:ext cx="3443700" cy="277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0"/>
          <p:cNvSpPr txBox="1"/>
          <p:nvPr/>
        </p:nvSpPr>
        <p:spPr>
          <a:xfrm>
            <a:off x="3063588" y="2571750"/>
            <a:ext cx="3016800" cy="78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汎用的ではないですがひとまず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色とOpacityを設定しておく</a:t>
            </a:r>
            <a:endParaRPr b="1" sz="1500">
              <a:solidFill>
                <a:srgbClr val="FFFF00"/>
              </a:solidFill>
            </a:endParaRPr>
          </a:p>
        </p:txBody>
      </p:sp>
      <p:sp>
        <p:nvSpPr>
          <p:cNvPr id="199" name="Google Shape;199;p30"/>
          <p:cNvSpPr/>
          <p:nvPr/>
        </p:nvSpPr>
        <p:spPr>
          <a:xfrm>
            <a:off x="2125036" y="4135689"/>
            <a:ext cx="3443700" cy="277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画面エフェクト用のUserWidget作成</a:t>
            </a:r>
            <a:endParaRPr b="1"/>
          </a:p>
        </p:txBody>
      </p:sp>
      <p:pic>
        <p:nvPicPr>
          <p:cNvPr id="205" name="Google Shape;20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625" y="572700"/>
            <a:ext cx="7342738" cy="42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1"/>
          <p:cNvSpPr txBox="1"/>
          <p:nvPr/>
        </p:nvSpPr>
        <p:spPr>
          <a:xfrm>
            <a:off x="1000525" y="3962175"/>
            <a:ext cx="3370200" cy="57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アニメーション再生用のイベントを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作成しておく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/>
        </p:nvSpPr>
        <p:spPr>
          <a:xfrm>
            <a:off x="1058700" y="1265400"/>
            <a:ext cx="70266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400">
                <a:solidFill>
                  <a:schemeClr val="dk2"/>
                </a:solidFill>
              </a:rPr>
              <a:t>BP_SavePointの実装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BP_SavePointを作成</a:t>
            </a:r>
            <a:endParaRPr b="1"/>
          </a:p>
        </p:txBody>
      </p:sp>
      <p:sp>
        <p:nvSpPr>
          <p:cNvPr id="217" name="Google Shape;217;p33"/>
          <p:cNvSpPr txBox="1"/>
          <p:nvPr/>
        </p:nvSpPr>
        <p:spPr>
          <a:xfrm>
            <a:off x="297450" y="572700"/>
            <a:ext cx="8549100" cy="44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アクタクラスを親とするBP_SavePointを作成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↓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・N_SaveLightを設定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・プレイヤーと触れるとUW_ScreenEffectのFlashを再生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上記機能を実装してみましょう。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次ページから解説しているので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chemeClr val="dk2"/>
                </a:solidFill>
              </a:rPr>
              <a:t>自分で挑戦する人は見ないように注意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画面エフェクト用のUserWidget作成</a:t>
            </a:r>
            <a:endParaRPr b="1"/>
          </a:p>
        </p:txBody>
      </p:sp>
      <p:pic>
        <p:nvPicPr>
          <p:cNvPr id="223" name="Google Shape;22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72700"/>
            <a:ext cx="8839201" cy="370311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4"/>
          <p:cNvSpPr txBox="1"/>
          <p:nvPr/>
        </p:nvSpPr>
        <p:spPr>
          <a:xfrm>
            <a:off x="2886900" y="4275800"/>
            <a:ext cx="3370200" cy="57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BP_PlayerのBeginにUI初期化を実装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→変数に保存</a:t>
            </a:r>
            <a:endParaRPr b="1" sz="1500">
              <a:solidFill>
                <a:srgbClr val="FFFF00"/>
              </a:solidFill>
            </a:endParaRPr>
          </a:p>
        </p:txBody>
      </p:sp>
      <p:sp>
        <p:nvSpPr>
          <p:cNvPr id="225" name="Google Shape;225;p34"/>
          <p:cNvSpPr/>
          <p:nvPr/>
        </p:nvSpPr>
        <p:spPr>
          <a:xfrm>
            <a:off x="1502650" y="2499400"/>
            <a:ext cx="7353900" cy="1632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BP_SavePointの実装</a:t>
            </a:r>
            <a:endParaRPr b="1"/>
          </a:p>
        </p:txBody>
      </p:sp>
      <p:pic>
        <p:nvPicPr>
          <p:cNvPr id="231" name="Google Shape;23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400" y="797325"/>
            <a:ext cx="2457450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7075" y="797325"/>
            <a:ext cx="2387650" cy="284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9950" y="797325"/>
            <a:ext cx="3639651" cy="284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5"/>
          <p:cNvSpPr txBox="1"/>
          <p:nvPr/>
        </p:nvSpPr>
        <p:spPr>
          <a:xfrm>
            <a:off x="3428100" y="3773463"/>
            <a:ext cx="2287800" cy="57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各種値は好みで調整OK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BP_SavePointの実装</a:t>
            </a:r>
            <a:endParaRPr b="1"/>
          </a:p>
        </p:txBody>
      </p:sp>
      <p:pic>
        <p:nvPicPr>
          <p:cNvPr id="240" name="Google Shape;24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7900"/>
            <a:ext cx="8839200" cy="327246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6"/>
          <p:cNvSpPr txBox="1"/>
          <p:nvPr/>
        </p:nvSpPr>
        <p:spPr>
          <a:xfrm>
            <a:off x="3522050" y="3403175"/>
            <a:ext cx="4947000" cy="1134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これで動きは確認可能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しかしキャストを使用したくない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→インターフェースでキャストを使用しないようにする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BP_Playerにインターフェースを追加</a:t>
            </a:r>
            <a:endParaRPr b="1"/>
          </a:p>
        </p:txBody>
      </p:sp>
      <p:pic>
        <p:nvPicPr>
          <p:cNvPr id="247" name="Google Shape;24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463" y="954600"/>
            <a:ext cx="7839075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7"/>
          <p:cNvSpPr txBox="1"/>
          <p:nvPr/>
        </p:nvSpPr>
        <p:spPr>
          <a:xfrm>
            <a:off x="3014700" y="3868700"/>
            <a:ext cx="3114600" cy="57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前回の内容を思い出しながら挑戦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BP_SavePointの実装</a:t>
            </a:r>
            <a:endParaRPr b="1"/>
          </a:p>
        </p:txBody>
      </p:sp>
      <p:pic>
        <p:nvPicPr>
          <p:cNvPr id="254" name="Google Shape;25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50" y="748825"/>
            <a:ext cx="7810500" cy="40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260" name="Google Shape;26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0" y="701875"/>
            <a:ext cx="6667500" cy="40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9"/>
          <p:cNvSpPr txBox="1"/>
          <p:nvPr/>
        </p:nvSpPr>
        <p:spPr>
          <a:xfrm>
            <a:off x="2317350" y="3902650"/>
            <a:ext cx="4509300" cy="57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セーブポイントに触れた時にフラッシュすればOK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セーブポイントの情報をBP_MyGameInstanceに保存</a:t>
            </a:r>
            <a:endParaRPr b="1"/>
          </a:p>
        </p:txBody>
      </p:sp>
      <p:pic>
        <p:nvPicPr>
          <p:cNvPr id="267" name="Google Shape;26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1125" y="572700"/>
            <a:ext cx="6441786" cy="17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8688" y="2465575"/>
            <a:ext cx="7286625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BPI_Playerに2つのインターフェース追加</a:t>
            </a:r>
            <a:endParaRPr b="1"/>
          </a:p>
        </p:txBody>
      </p:sp>
      <p:pic>
        <p:nvPicPr>
          <p:cNvPr id="274" name="Google Shape;27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72700"/>
            <a:ext cx="8839200" cy="417066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41"/>
          <p:cNvSpPr/>
          <p:nvPr/>
        </p:nvSpPr>
        <p:spPr>
          <a:xfrm>
            <a:off x="3087975" y="890600"/>
            <a:ext cx="1376700" cy="253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1"/>
          <p:cNvSpPr/>
          <p:nvPr/>
        </p:nvSpPr>
        <p:spPr>
          <a:xfrm>
            <a:off x="3146425" y="4436775"/>
            <a:ext cx="3573000" cy="253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BPI_Playerに2つのインターフェース追加</a:t>
            </a:r>
            <a:endParaRPr b="1"/>
          </a:p>
        </p:txBody>
      </p:sp>
      <p:pic>
        <p:nvPicPr>
          <p:cNvPr id="282" name="Google Shape;28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60475"/>
            <a:ext cx="8839199" cy="1222528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2"/>
          <p:cNvSpPr/>
          <p:nvPr/>
        </p:nvSpPr>
        <p:spPr>
          <a:xfrm>
            <a:off x="3195300" y="2522900"/>
            <a:ext cx="1376700" cy="253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BP_Playerに2つのインターフェース</a:t>
            </a:r>
            <a:r>
              <a:rPr b="1" lang="ja"/>
              <a:t>を実装</a:t>
            </a:r>
            <a:endParaRPr b="1"/>
          </a:p>
        </p:txBody>
      </p:sp>
      <p:pic>
        <p:nvPicPr>
          <p:cNvPr id="289" name="Google Shape;28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70488"/>
            <a:ext cx="8839201" cy="38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BP_Playerに2つのインターフェースを実装</a:t>
            </a:r>
            <a:endParaRPr b="1"/>
          </a:p>
        </p:txBody>
      </p:sp>
      <p:pic>
        <p:nvPicPr>
          <p:cNvPr id="295" name="Google Shape;29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7475"/>
            <a:ext cx="8839200" cy="2948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BP_Playerに2つのインターフェースを実装</a:t>
            </a:r>
            <a:endParaRPr b="1"/>
          </a:p>
        </p:txBody>
      </p:sp>
      <p:pic>
        <p:nvPicPr>
          <p:cNvPr id="301" name="Google Shape;30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45813"/>
            <a:ext cx="8839202" cy="3051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保存した場所を読み込む処理※UE5の場合</a:t>
            </a:r>
            <a:endParaRPr b="1"/>
          </a:p>
        </p:txBody>
      </p:sp>
      <p:pic>
        <p:nvPicPr>
          <p:cNvPr id="307" name="Google Shape;30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3000"/>
            <a:ext cx="8839199" cy="3517498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6"/>
          <p:cNvSpPr/>
          <p:nvPr/>
        </p:nvSpPr>
        <p:spPr>
          <a:xfrm>
            <a:off x="5532200" y="3344925"/>
            <a:ext cx="2937000" cy="899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6"/>
          <p:cNvSpPr txBox="1"/>
          <p:nvPr/>
        </p:nvSpPr>
        <p:spPr>
          <a:xfrm>
            <a:off x="802475" y="3391875"/>
            <a:ext cx="3873600" cy="80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読み込みタイミングで不具合が起きるので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暫定的に「DelayUntilNextTick」を呼ぶ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※次の1フレーム後に実行する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保存した場所を読み込む処理※UE4の場合</a:t>
            </a:r>
            <a:endParaRPr b="1"/>
          </a:p>
        </p:txBody>
      </p:sp>
      <p:pic>
        <p:nvPicPr>
          <p:cNvPr id="315" name="Google Shape;31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96138"/>
            <a:ext cx="8839200" cy="315123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7"/>
          <p:cNvSpPr/>
          <p:nvPr/>
        </p:nvSpPr>
        <p:spPr>
          <a:xfrm>
            <a:off x="4466175" y="1706973"/>
            <a:ext cx="4373100" cy="1019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7"/>
          <p:cNvSpPr txBox="1"/>
          <p:nvPr/>
        </p:nvSpPr>
        <p:spPr>
          <a:xfrm>
            <a:off x="4965675" y="2942575"/>
            <a:ext cx="3873600" cy="1019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BeginPlayの末尾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読み込みタイミングで不具合が起きるので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暫定的に「Delay」を呼ぶ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BP_SavePointの修正</a:t>
            </a:r>
            <a:endParaRPr b="1"/>
          </a:p>
        </p:txBody>
      </p:sp>
      <p:pic>
        <p:nvPicPr>
          <p:cNvPr id="323" name="Google Shape;32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838" y="748575"/>
            <a:ext cx="234315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8588" y="748575"/>
            <a:ext cx="2192600" cy="342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0225" y="3341438"/>
            <a:ext cx="4352925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8"/>
          <p:cNvSpPr txBox="1"/>
          <p:nvPr/>
        </p:nvSpPr>
        <p:spPr>
          <a:xfrm>
            <a:off x="5294788" y="1512788"/>
            <a:ext cx="2863800" cy="80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レベル上で向きを示すように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Arrowコンポーネントを追加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BP_SavePointの修正</a:t>
            </a:r>
            <a:endParaRPr b="1"/>
          </a:p>
        </p:txBody>
      </p:sp>
      <p:pic>
        <p:nvPicPr>
          <p:cNvPr id="332" name="Google Shape;33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90788"/>
            <a:ext cx="8839200" cy="3761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338" name="Google Shape;33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0300" y="572700"/>
            <a:ext cx="7203394" cy="42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0"/>
          <p:cNvSpPr txBox="1"/>
          <p:nvPr/>
        </p:nvSpPr>
        <p:spPr>
          <a:xfrm>
            <a:off x="2199900" y="3520850"/>
            <a:ext cx="4744200" cy="80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死亡時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レベル上で</a:t>
            </a:r>
            <a:r>
              <a:rPr b="1" lang="ja" sz="1500">
                <a:solidFill>
                  <a:srgbClr val="FFFF00"/>
                </a:solidFill>
              </a:rPr>
              <a:t>Arrow</a:t>
            </a:r>
            <a:r>
              <a:rPr b="1" lang="ja" sz="1500">
                <a:solidFill>
                  <a:srgbClr val="FFFF00"/>
                </a:solidFill>
              </a:rPr>
              <a:t>が示す方向を向いて復活すればOK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/>
        </p:nvSpPr>
        <p:spPr>
          <a:xfrm>
            <a:off x="1058700" y="1265400"/>
            <a:ext cx="70266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400">
                <a:solidFill>
                  <a:schemeClr val="dk2"/>
                </a:solidFill>
              </a:rPr>
              <a:t>セーブデータ出力と読み込み</a:t>
            </a:r>
            <a:endParaRPr b="1" sz="3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ゲーム再開時のデータ読み込み処理の修正</a:t>
            </a:r>
            <a:endParaRPr b="1"/>
          </a:p>
        </p:txBody>
      </p:sp>
      <p:pic>
        <p:nvPicPr>
          <p:cNvPr id="350" name="Google Shape;35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075" y="572700"/>
            <a:ext cx="64198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5625" y="2571750"/>
            <a:ext cx="7052733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52"/>
          <p:cNvSpPr txBox="1"/>
          <p:nvPr/>
        </p:nvSpPr>
        <p:spPr>
          <a:xfrm>
            <a:off x="1045625" y="4115700"/>
            <a:ext cx="2323500" cy="72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ゲームインスタンスに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データ保存＆取得を用意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ゲーム再開時のデータ読み込み処理の修正</a:t>
            </a:r>
            <a:endParaRPr b="1"/>
          </a:p>
        </p:txBody>
      </p:sp>
      <p:pic>
        <p:nvPicPr>
          <p:cNvPr id="358" name="Google Shape;35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975" y="572700"/>
            <a:ext cx="6910050" cy="246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00" y="3108825"/>
            <a:ext cx="8997599" cy="184257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53"/>
          <p:cNvSpPr txBox="1"/>
          <p:nvPr/>
        </p:nvSpPr>
        <p:spPr>
          <a:xfrm>
            <a:off x="446725" y="2107100"/>
            <a:ext cx="2702700" cy="72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プレイヤー側にも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保存と取得（UI更新）を実装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ゲーム再開時のデータ読み込み処理の修正</a:t>
            </a:r>
            <a:endParaRPr b="1"/>
          </a:p>
        </p:txBody>
      </p:sp>
      <p:pic>
        <p:nvPicPr>
          <p:cNvPr id="366" name="Google Shape;36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9700"/>
            <a:ext cx="8839203" cy="2243567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54"/>
          <p:cNvSpPr txBox="1"/>
          <p:nvPr/>
        </p:nvSpPr>
        <p:spPr>
          <a:xfrm>
            <a:off x="2891850" y="3403800"/>
            <a:ext cx="3360300" cy="81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ItemNameListが変更された時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ゲームインスタンスへ保存しておく</a:t>
            </a:r>
            <a:endParaRPr b="1" sz="1500">
              <a:solidFill>
                <a:srgbClr val="FFFF00"/>
              </a:solidFill>
            </a:endParaRPr>
          </a:p>
        </p:txBody>
      </p:sp>
      <p:sp>
        <p:nvSpPr>
          <p:cNvPr id="368" name="Google Shape;368;p54"/>
          <p:cNvSpPr/>
          <p:nvPr/>
        </p:nvSpPr>
        <p:spPr>
          <a:xfrm>
            <a:off x="6471650" y="1601953"/>
            <a:ext cx="2220600" cy="1115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ゲーム再開時のデータ読み込み処理の修正</a:t>
            </a:r>
            <a:endParaRPr b="1"/>
          </a:p>
        </p:txBody>
      </p:sp>
      <p:pic>
        <p:nvPicPr>
          <p:cNvPr id="374" name="Google Shape;37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35763"/>
            <a:ext cx="8839201" cy="3871971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55"/>
          <p:cNvSpPr/>
          <p:nvPr/>
        </p:nvSpPr>
        <p:spPr>
          <a:xfrm>
            <a:off x="2420275" y="1402319"/>
            <a:ext cx="1727400" cy="927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55"/>
          <p:cNvSpPr txBox="1"/>
          <p:nvPr/>
        </p:nvSpPr>
        <p:spPr>
          <a:xfrm>
            <a:off x="449275" y="3057925"/>
            <a:ext cx="3698400" cy="73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BP_Playerの初期化処理で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ゲームインスタンスからのロードを呼ぶ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382" name="Google Shape;38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500" y="751238"/>
            <a:ext cx="7389050" cy="344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6850" y="3458013"/>
            <a:ext cx="3238500" cy="1333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4" name="Google Shape;384;p56"/>
          <p:cNvSpPr txBox="1"/>
          <p:nvPr/>
        </p:nvSpPr>
        <p:spPr>
          <a:xfrm>
            <a:off x="3533750" y="1351138"/>
            <a:ext cx="5331600" cy="675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1つ目の鍵を取得後に死亡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→復活して2つ目の鍵を取得した際に、UIがこうなればOK</a:t>
            </a:r>
            <a:endParaRPr b="1" sz="1500">
              <a:solidFill>
                <a:srgbClr val="FFFF00"/>
              </a:solidFill>
            </a:endParaRPr>
          </a:p>
        </p:txBody>
      </p:sp>
      <p:sp>
        <p:nvSpPr>
          <p:cNvPr id="385" name="Google Shape;385;p56"/>
          <p:cNvSpPr/>
          <p:nvPr/>
        </p:nvSpPr>
        <p:spPr>
          <a:xfrm>
            <a:off x="6856125" y="758835"/>
            <a:ext cx="811500" cy="234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6"/>
          <p:cNvSpPr/>
          <p:nvPr/>
        </p:nvSpPr>
        <p:spPr>
          <a:xfrm>
            <a:off x="7818800" y="3458012"/>
            <a:ext cx="1046700" cy="494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BP_MovingBoxの修正</a:t>
            </a:r>
            <a:endParaRPr b="1"/>
          </a:p>
        </p:txBody>
      </p:sp>
      <p:pic>
        <p:nvPicPr>
          <p:cNvPr id="392" name="Google Shape;39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56163"/>
            <a:ext cx="8839202" cy="2431183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57"/>
          <p:cNvSpPr txBox="1"/>
          <p:nvPr/>
        </p:nvSpPr>
        <p:spPr>
          <a:xfrm>
            <a:off x="547475" y="2929750"/>
            <a:ext cx="3643800" cy="675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正しくイベントデータを管理するために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イベント終了時の処理を修正します。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87" y="572699"/>
            <a:ext cx="7805600" cy="434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5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BP_SwitchButtonの修正</a:t>
            </a:r>
            <a:endParaRPr b="1"/>
          </a:p>
        </p:txBody>
      </p:sp>
      <p:sp>
        <p:nvSpPr>
          <p:cNvPr id="400" name="Google Shape;400;p58"/>
          <p:cNvSpPr/>
          <p:nvPr/>
        </p:nvSpPr>
        <p:spPr>
          <a:xfrm>
            <a:off x="4231013" y="2282875"/>
            <a:ext cx="4064100" cy="2489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8"/>
          <p:cNvSpPr txBox="1"/>
          <p:nvPr/>
        </p:nvSpPr>
        <p:spPr>
          <a:xfrm>
            <a:off x="514400" y="4256575"/>
            <a:ext cx="33183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スイッチが押された時の処理を修正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セーブ用オブジェクトを作成</a:t>
            </a:r>
            <a:endParaRPr b="1"/>
          </a:p>
        </p:txBody>
      </p:sp>
      <p:pic>
        <p:nvPicPr>
          <p:cNvPr id="407" name="Google Shape;40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7800" y="572700"/>
            <a:ext cx="4968409" cy="4266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59"/>
          <p:cNvSpPr/>
          <p:nvPr/>
        </p:nvSpPr>
        <p:spPr>
          <a:xfrm>
            <a:off x="2241050" y="3941202"/>
            <a:ext cx="1495500" cy="185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9"/>
          <p:cNvSpPr txBox="1"/>
          <p:nvPr/>
        </p:nvSpPr>
        <p:spPr>
          <a:xfrm>
            <a:off x="2967450" y="2386649"/>
            <a:ext cx="3209100" cy="6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親クラスSaveGameで新規BP作成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→「BP_MySaveGame」とする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セーブ用オブジェクトを作成</a:t>
            </a:r>
            <a:endParaRPr b="1"/>
          </a:p>
        </p:txBody>
      </p:sp>
      <p:pic>
        <p:nvPicPr>
          <p:cNvPr id="415" name="Google Shape;41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250" y="1259325"/>
            <a:ext cx="4181475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60"/>
          <p:cNvSpPr txBox="1"/>
          <p:nvPr/>
        </p:nvSpPr>
        <p:spPr>
          <a:xfrm>
            <a:off x="2825238" y="3246050"/>
            <a:ext cx="3493500" cy="6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BP_MySaveGameの変数に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ゲームインスタンスと同じ内容を用意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BP_MyGameInstanceの修正（セーブの出力）</a:t>
            </a:r>
            <a:endParaRPr b="1"/>
          </a:p>
        </p:txBody>
      </p:sp>
      <p:pic>
        <p:nvPicPr>
          <p:cNvPr id="422" name="Google Shape;42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7200"/>
            <a:ext cx="8839199" cy="252908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61"/>
          <p:cNvSpPr txBox="1"/>
          <p:nvPr/>
        </p:nvSpPr>
        <p:spPr>
          <a:xfrm>
            <a:off x="4422299" y="826950"/>
            <a:ext cx="3154500" cy="6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ゲームインスタンス側の変数を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セーブ用オブジェクトに書き込む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BP_MyGameInstanceの修正</a:t>
            </a:r>
            <a:r>
              <a:rPr b="1" lang="ja"/>
              <a:t>（セーブの出力）</a:t>
            </a:r>
            <a:endParaRPr b="1"/>
          </a:p>
        </p:txBody>
      </p:sp>
      <p:pic>
        <p:nvPicPr>
          <p:cNvPr id="429" name="Google Shape;42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3400"/>
            <a:ext cx="8839202" cy="2576692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62"/>
          <p:cNvSpPr/>
          <p:nvPr/>
        </p:nvSpPr>
        <p:spPr>
          <a:xfrm>
            <a:off x="6785650" y="1674761"/>
            <a:ext cx="2047500" cy="1395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62"/>
          <p:cNvSpPr txBox="1"/>
          <p:nvPr/>
        </p:nvSpPr>
        <p:spPr>
          <a:xfrm>
            <a:off x="5896750" y="3745925"/>
            <a:ext cx="2936400" cy="6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セーブ用のスロット名をつけて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データを出力する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BP_MyGameInstanceの修正</a:t>
            </a:r>
            <a:r>
              <a:rPr b="1" lang="ja"/>
              <a:t>（セーブの出力）</a:t>
            </a:r>
            <a:endParaRPr b="1"/>
          </a:p>
        </p:txBody>
      </p:sp>
      <p:pic>
        <p:nvPicPr>
          <p:cNvPr id="437" name="Google Shape;43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375" y="572700"/>
            <a:ext cx="7579251" cy="215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263" y="2775700"/>
            <a:ext cx="7541474" cy="2154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63"/>
          <p:cNvSpPr/>
          <p:nvPr/>
        </p:nvSpPr>
        <p:spPr>
          <a:xfrm>
            <a:off x="6185375" y="886175"/>
            <a:ext cx="2055900" cy="1060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63"/>
          <p:cNvSpPr/>
          <p:nvPr/>
        </p:nvSpPr>
        <p:spPr>
          <a:xfrm>
            <a:off x="6137700" y="3098325"/>
            <a:ext cx="2055900" cy="1060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BP_MyGameInstanceの修正</a:t>
            </a:r>
            <a:r>
              <a:rPr b="1" lang="ja"/>
              <a:t>（セーブの出力）</a:t>
            </a:r>
            <a:endParaRPr b="1"/>
          </a:p>
        </p:txBody>
      </p:sp>
      <p:pic>
        <p:nvPicPr>
          <p:cNvPr id="446" name="Google Shape;44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7050"/>
            <a:ext cx="8839202" cy="1638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822356"/>
            <a:ext cx="8839200" cy="1592791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64"/>
          <p:cNvSpPr/>
          <p:nvPr/>
        </p:nvSpPr>
        <p:spPr>
          <a:xfrm>
            <a:off x="6620250" y="1450525"/>
            <a:ext cx="2221500" cy="1121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64"/>
          <p:cNvSpPr/>
          <p:nvPr/>
        </p:nvSpPr>
        <p:spPr>
          <a:xfrm>
            <a:off x="6501950" y="3180125"/>
            <a:ext cx="2292600" cy="1073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455" name="Google Shape;45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413" y="666750"/>
            <a:ext cx="31242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3950" y="2247088"/>
            <a:ext cx="6143625" cy="1895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7" name="Google Shape;457;p65"/>
          <p:cNvSpPr txBox="1"/>
          <p:nvPr/>
        </p:nvSpPr>
        <p:spPr>
          <a:xfrm>
            <a:off x="3809575" y="1121850"/>
            <a:ext cx="4908000" cy="765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ゲームで鍵を取得した時などWindowsの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「プロジェクト/Saved/SaveGame」以下に出力される</a:t>
            </a:r>
            <a:endParaRPr b="1" sz="1500">
              <a:solidFill>
                <a:srgbClr val="FFFF00"/>
              </a:solidFill>
            </a:endParaRPr>
          </a:p>
        </p:txBody>
      </p:sp>
      <p:sp>
        <p:nvSpPr>
          <p:cNvPr id="458" name="Google Shape;458;p65"/>
          <p:cNvSpPr/>
          <p:nvPr/>
        </p:nvSpPr>
        <p:spPr>
          <a:xfrm>
            <a:off x="4795300" y="2297375"/>
            <a:ext cx="2104200" cy="343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BP_MyGameInstanceの修正</a:t>
            </a:r>
            <a:r>
              <a:rPr b="1" lang="ja"/>
              <a:t>（セーブの取り込み）</a:t>
            </a:r>
            <a:endParaRPr b="1"/>
          </a:p>
        </p:txBody>
      </p:sp>
      <p:pic>
        <p:nvPicPr>
          <p:cNvPr id="464" name="Google Shape;46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2488"/>
            <a:ext cx="8839198" cy="3518516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66"/>
          <p:cNvSpPr/>
          <p:nvPr/>
        </p:nvSpPr>
        <p:spPr>
          <a:xfrm>
            <a:off x="1700850" y="1357699"/>
            <a:ext cx="3891300" cy="1066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66"/>
          <p:cNvSpPr txBox="1"/>
          <p:nvPr/>
        </p:nvSpPr>
        <p:spPr>
          <a:xfrm>
            <a:off x="1407450" y="2982625"/>
            <a:ext cx="4184700" cy="803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保存しているセーブファイルを読み込む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→存在しなければキャストに失敗するのでOK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BP_MyGameInstanceの修正</a:t>
            </a:r>
            <a:r>
              <a:rPr b="1" lang="ja"/>
              <a:t>（セーブの取り込み）</a:t>
            </a:r>
            <a:endParaRPr b="1"/>
          </a:p>
        </p:txBody>
      </p:sp>
      <p:pic>
        <p:nvPicPr>
          <p:cNvPr id="472" name="Google Shape;47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14450"/>
            <a:ext cx="8839199" cy="2914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BP_MyGameInstanceの修正</a:t>
            </a:r>
            <a:endParaRPr b="1"/>
          </a:p>
        </p:txBody>
      </p:sp>
      <p:pic>
        <p:nvPicPr>
          <p:cNvPr id="478" name="Google Shape;47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6088"/>
            <a:ext cx="8839199" cy="265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68"/>
          <p:cNvSpPr/>
          <p:nvPr/>
        </p:nvSpPr>
        <p:spPr>
          <a:xfrm>
            <a:off x="1113682" y="1871253"/>
            <a:ext cx="967200" cy="185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68"/>
          <p:cNvSpPr/>
          <p:nvPr/>
        </p:nvSpPr>
        <p:spPr>
          <a:xfrm>
            <a:off x="2804425" y="1765266"/>
            <a:ext cx="1260900" cy="690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68"/>
          <p:cNvSpPr txBox="1"/>
          <p:nvPr/>
        </p:nvSpPr>
        <p:spPr>
          <a:xfrm>
            <a:off x="2804425" y="3098100"/>
            <a:ext cx="5226300" cy="111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関数「Init」をオーバライド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→作成したImportSaveDataを呼ぶ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これでゲーム起動時にセーブファイル読み込みを実行する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487" name="Google Shape;48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000" y="572700"/>
            <a:ext cx="8045999" cy="426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69"/>
          <p:cNvSpPr txBox="1"/>
          <p:nvPr/>
        </p:nvSpPr>
        <p:spPr>
          <a:xfrm>
            <a:off x="2168250" y="3697000"/>
            <a:ext cx="4807500" cy="911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各種イベントを動かしてから一度ゲームプレイを停止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→再起動した時に状態が復元できていればOK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7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仮のデータ削除機能を実装</a:t>
            </a:r>
            <a:endParaRPr b="1"/>
          </a:p>
        </p:txBody>
      </p:sp>
      <p:pic>
        <p:nvPicPr>
          <p:cNvPr id="494" name="Google Shape;494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68325"/>
            <a:ext cx="8839200" cy="3606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7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仮のデータ削除機能を実装</a:t>
            </a:r>
            <a:endParaRPr b="1"/>
          </a:p>
        </p:txBody>
      </p:sp>
      <p:pic>
        <p:nvPicPr>
          <p:cNvPr id="500" name="Google Shape;50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0800"/>
            <a:ext cx="8839202" cy="3481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7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/>
              <a:t>確認</a:t>
            </a:r>
            <a:endParaRPr b="1"/>
          </a:p>
        </p:txBody>
      </p:sp>
      <p:pic>
        <p:nvPicPr>
          <p:cNvPr id="506" name="Google Shape;50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438" y="678375"/>
            <a:ext cx="7477125" cy="408622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72"/>
          <p:cNvSpPr txBox="1"/>
          <p:nvPr/>
        </p:nvSpPr>
        <p:spPr>
          <a:xfrm>
            <a:off x="1217063" y="2571750"/>
            <a:ext cx="3200700" cy="77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Rキーでデータ削除すると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500">
                <a:solidFill>
                  <a:srgbClr val="FFFF00"/>
                </a:solidFill>
              </a:rPr>
              <a:t>最初からゲームプレイできればOK</a:t>
            </a:r>
            <a:endParaRPr b="1"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