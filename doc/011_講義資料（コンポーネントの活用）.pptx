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d2b135f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d2b135f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d24c34fc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d24c34fc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4060f208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4060f208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d24c34fc8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d24c34fc8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5a437717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5a437717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5a437717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5a437717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5a437717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5a437717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5a437717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5a437717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5a437717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5a437717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5a437717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5a437717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5a437717f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5a437717f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5a437717f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5a437717f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5a437717f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5a437717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5a437717f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5a437717f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5a437717f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c5a437717f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5a437717f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c5a437717f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5a437717f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c5a437717f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5a437717f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5a437717f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5a437717f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c5a437717f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5a437717f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c5a437717f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5a437717f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c5a437717f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5a437717f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c5a437717f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04a2bd5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d04a2bd5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c5a437717f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c5a437717f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c5a437717f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c5a437717f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c5a437717f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c5a437717f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c5a437717f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c5a437717f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c5a437717f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c5a437717f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c5a437717f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c5a437717f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c5a437717f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c5a437717f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c5a437717f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c5a437717f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c5a437717f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c5a437717f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c5a437717f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c5a437717f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c5a437717f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c5a437717f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c5a437717f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c5a437717f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c5a437717f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c5a437717f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c5a437717f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c5a437717f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c5a437717f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c5a437717f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Relationship Id="rId4" Type="http://schemas.openxmlformats.org/officeDocument/2006/relationships/image" Target="../media/image4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image" Target="../media/image3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0.png"/><Relationship Id="rId4" Type="http://schemas.openxmlformats.org/officeDocument/2006/relationships/image" Target="../media/image3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0.png"/><Relationship Id="rId4" Type="http://schemas.openxmlformats.org/officeDocument/2006/relationships/image" Target="../media/image3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Unreal Engine講義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コンポーネントの活用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構成</a:t>
            </a:r>
            <a:endParaRPr b="1"/>
          </a:p>
        </p:txBody>
      </p:sp>
      <p:sp>
        <p:nvSpPr>
          <p:cNvPr id="61" name="Google Shape;61;p14"/>
          <p:cNvSpPr txBox="1"/>
          <p:nvPr/>
        </p:nvSpPr>
        <p:spPr>
          <a:xfrm>
            <a:off x="1058700" y="818250"/>
            <a:ext cx="7026600" cy="35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900">
                <a:solidFill>
                  <a:schemeClr val="dk2"/>
                </a:solidFill>
              </a:rPr>
              <a:t>・</a:t>
            </a:r>
            <a:r>
              <a:rPr b="1" lang="ja" sz="2900">
                <a:solidFill>
                  <a:schemeClr val="dk2"/>
                </a:solidFill>
              </a:rPr>
              <a:t>基本的なコンポーネント</a:t>
            </a:r>
            <a:endParaRPr b="1" sz="2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900">
                <a:solidFill>
                  <a:schemeClr val="dk2"/>
                </a:solidFill>
              </a:rPr>
              <a:t>・ActorComponentの自作</a:t>
            </a:r>
            <a:endParaRPr b="1"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1058700" y="1265400"/>
            <a:ext cx="70266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400">
                <a:solidFill>
                  <a:schemeClr val="dk2"/>
                </a:solidFill>
              </a:rPr>
              <a:t>基本的なコンポーネント</a:t>
            </a:r>
            <a:endParaRPr b="1"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オブジェクトの回転をコンポーネントに置き換える</a:t>
            </a:r>
            <a:endParaRPr b="1"/>
          </a:p>
        </p:txBody>
      </p:sp>
      <p:sp>
        <p:nvSpPr>
          <p:cNvPr id="72" name="Google Shape;72;p16"/>
          <p:cNvSpPr txBox="1"/>
          <p:nvPr/>
        </p:nvSpPr>
        <p:spPr>
          <a:xfrm>
            <a:off x="297450" y="572700"/>
            <a:ext cx="8549100" cy="44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実は、UEは標準でアクタの回転や移動を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組み込みのコンポーネントで実装することができます。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BP_Keyの修正</a:t>
            </a:r>
            <a:endParaRPr b="1"/>
          </a:p>
        </p:txBody>
      </p:sp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150" y="1035500"/>
            <a:ext cx="3533775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4350" y="1035513"/>
            <a:ext cx="3619500" cy="2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/>
          <p:nvPr/>
        </p:nvSpPr>
        <p:spPr>
          <a:xfrm>
            <a:off x="997543" y="2214849"/>
            <a:ext cx="2229000" cy="211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/>
          <p:nvPr/>
        </p:nvSpPr>
        <p:spPr>
          <a:xfrm>
            <a:off x="5048692" y="3189262"/>
            <a:ext cx="1823400" cy="211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/>
          <p:nvPr/>
        </p:nvSpPr>
        <p:spPr>
          <a:xfrm rot="1405583">
            <a:off x="3242147" y="2548725"/>
            <a:ext cx="1823073" cy="69306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2762246" y="3651375"/>
            <a:ext cx="3619500" cy="45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「RotatingMovement」を選択する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BP_Keyの修正</a:t>
            </a:r>
            <a:endParaRPr b="1"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350" y="725100"/>
            <a:ext cx="7153275" cy="39338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/>
          <p:nvPr/>
        </p:nvSpPr>
        <p:spPr>
          <a:xfrm>
            <a:off x="4520497" y="2250075"/>
            <a:ext cx="1400400" cy="211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4434098" y="2747150"/>
            <a:ext cx="1573200" cy="45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切り離しておく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確認</a:t>
            </a:r>
            <a:endParaRPr b="1"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988" y="572700"/>
            <a:ext cx="5724525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1838" y="3043825"/>
            <a:ext cx="4829175" cy="16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/>
        </p:nvSpPr>
        <p:spPr>
          <a:xfrm>
            <a:off x="4853787" y="2219400"/>
            <a:ext cx="2865300" cy="704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以下の項目を編集することで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回転の速度を調整可能</a:t>
            </a:r>
            <a:endParaRPr b="1" sz="1500">
              <a:solidFill>
                <a:srgbClr val="FFFF00"/>
              </a:solidFill>
            </a:endParaRPr>
          </a:p>
        </p:txBody>
      </p:sp>
      <p:sp>
        <p:nvSpPr>
          <p:cNvPr id="100" name="Google Shape;100;p19"/>
          <p:cNvSpPr/>
          <p:nvPr/>
        </p:nvSpPr>
        <p:spPr>
          <a:xfrm>
            <a:off x="7456274" y="3424400"/>
            <a:ext cx="719400" cy="211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確認</a:t>
            </a:r>
            <a:endParaRPr b="1"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59925"/>
            <a:ext cx="8839199" cy="3223627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/>
          <p:nvPr/>
        </p:nvSpPr>
        <p:spPr>
          <a:xfrm>
            <a:off x="2923433" y="1498516"/>
            <a:ext cx="5956800" cy="2393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0"/>
          <p:cNvSpPr txBox="1"/>
          <p:nvPr/>
        </p:nvSpPr>
        <p:spPr>
          <a:xfrm>
            <a:off x="262202" y="2446075"/>
            <a:ext cx="2499900" cy="49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不要な処理を削除しておく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コンポーネントを使用して動く床を作成する</a:t>
            </a:r>
            <a:endParaRPr b="1"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000" y="572697"/>
            <a:ext cx="1834575" cy="213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9750" y="572700"/>
            <a:ext cx="4048125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2875" y="2021800"/>
            <a:ext cx="5319137" cy="28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/>
          <p:nvPr/>
        </p:nvSpPr>
        <p:spPr>
          <a:xfrm>
            <a:off x="412000" y="2881675"/>
            <a:ext cx="3148500" cy="115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ジオメトリでボックスを作成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→「STM_MovingBox」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→マテリアルとコリジョンを設定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→確認（右図）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BP_MovingBoxの実装</a:t>
            </a:r>
            <a:endParaRPr b="1"/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0175" y="572700"/>
            <a:ext cx="6343650" cy="41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2"/>
          <p:cNvSpPr txBox="1"/>
          <p:nvPr/>
        </p:nvSpPr>
        <p:spPr>
          <a:xfrm>
            <a:off x="5214950" y="2670300"/>
            <a:ext cx="1516200" cy="693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新規BP作成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親クラス注意↑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BP_MovingBoxの実装</a:t>
            </a:r>
            <a:endParaRPr b="1"/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2375" y="1285563"/>
            <a:ext cx="350520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8300" y="1137925"/>
            <a:ext cx="3543300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3"/>
          <p:cNvSpPr/>
          <p:nvPr/>
        </p:nvSpPr>
        <p:spPr>
          <a:xfrm>
            <a:off x="1056255" y="2472430"/>
            <a:ext cx="2199000" cy="244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3"/>
          <p:cNvSpPr/>
          <p:nvPr/>
        </p:nvSpPr>
        <p:spPr>
          <a:xfrm>
            <a:off x="5154351" y="2965406"/>
            <a:ext cx="1776300" cy="244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/>
        </p:nvSpPr>
        <p:spPr>
          <a:xfrm>
            <a:off x="3115188" y="3432863"/>
            <a:ext cx="2913600" cy="57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移動補間コンポーネントを使う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BP_MovingBoxの実装</a:t>
            </a:r>
            <a:endParaRPr b="1"/>
          </a:p>
        </p:txBody>
      </p:sp>
      <p:pic>
        <p:nvPicPr>
          <p:cNvPr id="140" name="Google Shape;1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463" y="572700"/>
            <a:ext cx="5308827" cy="252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9736" y="3205625"/>
            <a:ext cx="5637800" cy="156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3240472" y="4410050"/>
            <a:ext cx="3455400" cy="244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5921819" y="1618660"/>
            <a:ext cx="1456800" cy="43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各種値を設定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確認</a:t>
            </a:r>
            <a:endParaRPr b="1"/>
          </a:p>
        </p:txBody>
      </p:sp>
      <p:pic>
        <p:nvPicPr>
          <p:cNvPr id="149" name="Google Shape;14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75" y="572700"/>
            <a:ext cx="7562850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3404873" y="1415550"/>
            <a:ext cx="1470900" cy="1031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3404876" y="2945625"/>
            <a:ext cx="2168400" cy="43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2点間を移動すればOK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BP_MovingBoxの実装</a:t>
            </a:r>
            <a:endParaRPr b="1"/>
          </a:p>
        </p:txBody>
      </p:sp>
      <p:pic>
        <p:nvPicPr>
          <p:cNvPr id="157" name="Google Shape;1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350" y="666638"/>
            <a:ext cx="5071450" cy="4082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1250" y="1452350"/>
            <a:ext cx="3489400" cy="157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6"/>
          <p:cNvSpPr/>
          <p:nvPr/>
        </p:nvSpPr>
        <p:spPr>
          <a:xfrm>
            <a:off x="5612602" y="2530250"/>
            <a:ext cx="3208800" cy="233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6"/>
          <p:cNvSpPr txBox="1"/>
          <p:nvPr/>
        </p:nvSpPr>
        <p:spPr>
          <a:xfrm>
            <a:off x="5612600" y="3191325"/>
            <a:ext cx="2598300" cy="499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複数ポイントの移動も可能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確認</a:t>
            </a:r>
            <a:endParaRPr b="1"/>
          </a:p>
        </p:txBody>
      </p:sp>
      <p:pic>
        <p:nvPicPr>
          <p:cNvPr id="166" name="Google Shape;16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538" y="572700"/>
            <a:ext cx="7400925" cy="410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7"/>
          <p:cNvSpPr txBox="1"/>
          <p:nvPr/>
        </p:nvSpPr>
        <p:spPr>
          <a:xfrm>
            <a:off x="3178963" y="2957375"/>
            <a:ext cx="2786100" cy="43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複数ポイント</a:t>
            </a:r>
            <a:r>
              <a:rPr b="1" lang="ja" sz="1500">
                <a:solidFill>
                  <a:srgbClr val="FFFF00"/>
                </a:solidFill>
              </a:rPr>
              <a:t>を移動すればOK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スイッチで動く床を起動する</a:t>
            </a:r>
            <a:endParaRPr b="1"/>
          </a:p>
        </p:txBody>
      </p:sp>
      <p:sp>
        <p:nvSpPr>
          <p:cNvPr id="173" name="Google Shape;173;p28"/>
          <p:cNvSpPr txBox="1"/>
          <p:nvPr/>
        </p:nvSpPr>
        <p:spPr>
          <a:xfrm>
            <a:off x="2690250" y="3529538"/>
            <a:ext cx="3763500" cy="856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BP_MovingBoxの自動起動を停止させる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→これで勝手に動き始めなくなる</a:t>
            </a:r>
            <a:endParaRPr b="1" sz="1500">
              <a:solidFill>
                <a:srgbClr val="FFFF00"/>
              </a:solidFill>
            </a:endParaRPr>
          </a:p>
        </p:txBody>
      </p:sp>
      <p:pic>
        <p:nvPicPr>
          <p:cNvPr id="174" name="Google Shape;17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375" y="757750"/>
            <a:ext cx="6191250" cy="277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8"/>
          <p:cNvSpPr/>
          <p:nvPr/>
        </p:nvSpPr>
        <p:spPr>
          <a:xfrm>
            <a:off x="1749100" y="3200513"/>
            <a:ext cx="2598300" cy="233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BP_SwitchButtonを修正する</a:t>
            </a:r>
            <a:endParaRPr b="1"/>
          </a:p>
        </p:txBody>
      </p:sp>
      <p:sp>
        <p:nvSpPr>
          <p:cNvPr id="181" name="Google Shape;181;p29"/>
          <p:cNvSpPr txBox="1"/>
          <p:nvPr/>
        </p:nvSpPr>
        <p:spPr>
          <a:xfrm>
            <a:off x="888250" y="572700"/>
            <a:ext cx="5730600" cy="171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現在の仕様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BP_Switchを押すと、設定しているBP_Doorが開く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↓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1500">
                <a:solidFill>
                  <a:srgbClr val="FFFF00"/>
                </a:solidFill>
              </a:rPr>
              <a:t>BP_Switchを押すと、設定しているBP_Doorが開く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上記はそのままに、設定しているBP_MovingBoxも動き始める</a:t>
            </a:r>
            <a:endParaRPr b="1" sz="1500">
              <a:solidFill>
                <a:srgbClr val="FFFF00"/>
              </a:solidFill>
            </a:endParaRPr>
          </a:p>
        </p:txBody>
      </p:sp>
      <p:pic>
        <p:nvPicPr>
          <p:cNvPr id="182" name="Google Shape;18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4350" y="2463675"/>
            <a:ext cx="4001395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9"/>
          <p:cNvSpPr txBox="1"/>
          <p:nvPr/>
        </p:nvSpPr>
        <p:spPr>
          <a:xfrm>
            <a:off x="1052375" y="3146100"/>
            <a:ext cx="3004800" cy="90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BP_MovingBoxを動かすのは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→のSetActiveでOK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BP_SwitchButtonを修正する</a:t>
            </a:r>
            <a:endParaRPr b="1"/>
          </a:p>
        </p:txBody>
      </p:sp>
      <p:sp>
        <p:nvSpPr>
          <p:cNvPr id="189" name="Google Shape;189;p30"/>
          <p:cNvSpPr txBox="1"/>
          <p:nvPr/>
        </p:nvSpPr>
        <p:spPr>
          <a:xfrm>
            <a:off x="3069600" y="2120700"/>
            <a:ext cx="3004800" cy="90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次ページに解答がありますが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自力で考えてみましょう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解答</a:t>
            </a:r>
            <a:endParaRPr b="1"/>
          </a:p>
        </p:txBody>
      </p:sp>
      <p:pic>
        <p:nvPicPr>
          <p:cNvPr id="195" name="Google Shape;19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750" y="572700"/>
            <a:ext cx="7200857" cy="42660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1"/>
          <p:cNvSpPr/>
          <p:nvPr/>
        </p:nvSpPr>
        <p:spPr>
          <a:xfrm>
            <a:off x="2634150" y="2707418"/>
            <a:ext cx="5169900" cy="2049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1"/>
          <p:cNvSpPr txBox="1"/>
          <p:nvPr/>
        </p:nvSpPr>
        <p:spPr>
          <a:xfrm>
            <a:off x="3024650" y="873700"/>
            <a:ext cx="5319600" cy="1350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変数TargetBoxをインスタンス編集可能で追加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Sequenceでどちらの処理も通るようにする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→Sequenceを使わないとどちらかだけになってしまうため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もう少し丁寧な実装の方がいいですがいったん仮でOK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確認</a:t>
            </a:r>
            <a:endParaRPr b="1"/>
          </a:p>
        </p:txBody>
      </p:sp>
      <p:pic>
        <p:nvPicPr>
          <p:cNvPr id="203" name="Google Shape;20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125" y="572700"/>
            <a:ext cx="8831734" cy="426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2"/>
          <p:cNvSpPr/>
          <p:nvPr/>
        </p:nvSpPr>
        <p:spPr>
          <a:xfrm>
            <a:off x="234225" y="1380448"/>
            <a:ext cx="1377000" cy="160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2"/>
          <p:cNvSpPr/>
          <p:nvPr/>
        </p:nvSpPr>
        <p:spPr>
          <a:xfrm>
            <a:off x="7610850" y="1556323"/>
            <a:ext cx="1377000" cy="160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2"/>
          <p:cNvSpPr txBox="1"/>
          <p:nvPr/>
        </p:nvSpPr>
        <p:spPr>
          <a:xfrm>
            <a:off x="3309600" y="3426148"/>
            <a:ext cx="2524800" cy="759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設定していた扉が開き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ボックスが動き出せばOK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/>
        </p:nvSpPr>
        <p:spPr>
          <a:xfrm>
            <a:off x="1058700" y="1265400"/>
            <a:ext cx="70266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400">
                <a:solidFill>
                  <a:schemeClr val="dk2"/>
                </a:solidFill>
              </a:rPr>
              <a:t>ActorComponentの自作</a:t>
            </a:r>
            <a:endParaRPr b="1"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コンポーネントを自作する</a:t>
            </a:r>
            <a:endParaRPr b="1"/>
          </a:p>
        </p:txBody>
      </p:sp>
      <p:sp>
        <p:nvSpPr>
          <p:cNvPr id="217" name="Google Shape;217;p34"/>
          <p:cNvSpPr txBox="1"/>
          <p:nvPr/>
        </p:nvSpPr>
        <p:spPr>
          <a:xfrm>
            <a:off x="297450" y="572700"/>
            <a:ext cx="8549100" cy="44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よく使う機能をコンポーネントとして用意しておくことで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必要なクラスに対してのみ設定して使うことができるようにする。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現状）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基本的にBP_EventBaseを親として作成している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↓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BP_Keyのみ、「入手できたことをプレイヤーに通知する」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これを作成することで、拾えるアイテムのみUI更新するようにできる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BP_Playerの当たり判定にタグをつけておく</a:t>
            </a:r>
            <a:endParaRPr b="1"/>
          </a:p>
        </p:txBody>
      </p:sp>
      <p:pic>
        <p:nvPicPr>
          <p:cNvPr id="223" name="Google Shape;22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275" y="1176588"/>
            <a:ext cx="335280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7725" y="1422863"/>
            <a:ext cx="5082001" cy="1955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5"/>
          <p:cNvSpPr/>
          <p:nvPr/>
        </p:nvSpPr>
        <p:spPr>
          <a:xfrm>
            <a:off x="694125" y="2207125"/>
            <a:ext cx="1868100" cy="280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5"/>
          <p:cNvSpPr/>
          <p:nvPr/>
        </p:nvSpPr>
        <p:spPr>
          <a:xfrm>
            <a:off x="7481400" y="2629625"/>
            <a:ext cx="294900" cy="280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5"/>
          <p:cNvSpPr/>
          <p:nvPr/>
        </p:nvSpPr>
        <p:spPr>
          <a:xfrm>
            <a:off x="4228275" y="2981650"/>
            <a:ext cx="2843400" cy="280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5"/>
          <p:cNvSpPr txBox="1"/>
          <p:nvPr/>
        </p:nvSpPr>
        <p:spPr>
          <a:xfrm>
            <a:off x="4228275" y="3509100"/>
            <a:ext cx="2153400" cy="45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「Player」とタグ付け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AC_OverlapPlayerの作成</a:t>
            </a:r>
            <a:endParaRPr b="1"/>
          </a:p>
        </p:txBody>
      </p:sp>
      <p:pic>
        <p:nvPicPr>
          <p:cNvPr id="234" name="Google Shape;23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9538" y="572700"/>
            <a:ext cx="6444917" cy="426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6"/>
          <p:cNvSpPr/>
          <p:nvPr/>
        </p:nvSpPr>
        <p:spPr>
          <a:xfrm>
            <a:off x="1480925" y="3306049"/>
            <a:ext cx="2150100" cy="280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6"/>
          <p:cNvSpPr txBox="1"/>
          <p:nvPr/>
        </p:nvSpPr>
        <p:spPr>
          <a:xfrm>
            <a:off x="3309600" y="4208749"/>
            <a:ext cx="2524800" cy="45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AC_OverlapPlayerとする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BP_Playerにテストロジックを実装</a:t>
            </a:r>
            <a:endParaRPr b="1"/>
          </a:p>
        </p:txBody>
      </p:sp>
      <p:pic>
        <p:nvPicPr>
          <p:cNvPr id="242" name="Google Shape;24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700" y="1209675"/>
            <a:ext cx="6886575" cy="272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AC_OverlapPlayerに関数を実装</a:t>
            </a:r>
            <a:endParaRPr b="1"/>
          </a:p>
        </p:txBody>
      </p:sp>
      <p:pic>
        <p:nvPicPr>
          <p:cNvPr id="248" name="Google Shape;24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89475"/>
            <a:ext cx="8839199" cy="3164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BP_Keyの修正</a:t>
            </a:r>
            <a:endParaRPr b="1"/>
          </a:p>
        </p:txBody>
      </p:sp>
      <p:pic>
        <p:nvPicPr>
          <p:cNvPr id="254" name="Google Shape;25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725" y="572700"/>
            <a:ext cx="3344700" cy="15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3900" y="1777650"/>
            <a:ext cx="7094300" cy="3112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56" name="Google Shape;256;p39"/>
          <p:cNvSpPr/>
          <p:nvPr/>
        </p:nvSpPr>
        <p:spPr>
          <a:xfrm>
            <a:off x="435775" y="1673750"/>
            <a:ext cx="1328100" cy="221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9"/>
          <p:cNvSpPr/>
          <p:nvPr/>
        </p:nvSpPr>
        <p:spPr>
          <a:xfrm>
            <a:off x="3582675" y="2037525"/>
            <a:ext cx="4499100" cy="1431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9"/>
          <p:cNvSpPr txBox="1"/>
          <p:nvPr/>
        </p:nvSpPr>
        <p:spPr>
          <a:xfrm>
            <a:off x="3582675" y="770025"/>
            <a:ext cx="3315900" cy="81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BP_Keyが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プレイヤーと触れた時の処理を修正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確認</a:t>
            </a:r>
            <a:endParaRPr b="1"/>
          </a:p>
        </p:txBody>
      </p:sp>
      <p:pic>
        <p:nvPicPr>
          <p:cNvPr id="264" name="Google Shape;26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625" y="572700"/>
            <a:ext cx="7784741" cy="426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40"/>
          <p:cNvSpPr/>
          <p:nvPr/>
        </p:nvSpPr>
        <p:spPr>
          <a:xfrm>
            <a:off x="975975" y="875225"/>
            <a:ext cx="682200" cy="280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0"/>
          <p:cNvSpPr txBox="1"/>
          <p:nvPr/>
        </p:nvSpPr>
        <p:spPr>
          <a:xfrm>
            <a:off x="2414250" y="3587475"/>
            <a:ext cx="4315500" cy="57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これでプレイヤー側に名前を送ることができる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50" y="751175"/>
            <a:ext cx="8927275" cy="3946443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BP_Playerで獲得したアイテムリストを作る</a:t>
            </a:r>
            <a:endParaRPr b="1"/>
          </a:p>
        </p:txBody>
      </p:sp>
      <p:sp>
        <p:nvSpPr>
          <p:cNvPr id="273" name="Google Shape;273;p41"/>
          <p:cNvSpPr/>
          <p:nvPr/>
        </p:nvSpPr>
        <p:spPr>
          <a:xfrm>
            <a:off x="237188" y="804750"/>
            <a:ext cx="4755900" cy="1837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41"/>
          <p:cNvSpPr/>
          <p:nvPr/>
        </p:nvSpPr>
        <p:spPr>
          <a:xfrm>
            <a:off x="237188" y="3081400"/>
            <a:ext cx="8690100" cy="1514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41"/>
          <p:cNvSpPr txBox="1"/>
          <p:nvPr/>
        </p:nvSpPr>
        <p:spPr>
          <a:xfrm>
            <a:off x="5808163" y="898300"/>
            <a:ext cx="3119100" cy="105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上側が獲得処理の実装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下は確認用ロジック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※追加する変数のことは記載省略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確認</a:t>
            </a:r>
            <a:endParaRPr b="1"/>
          </a:p>
        </p:txBody>
      </p:sp>
      <p:pic>
        <p:nvPicPr>
          <p:cNvPr id="281" name="Google Shape;28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338" y="572700"/>
            <a:ext cx="7663319" cy="4266001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2"/>
          <p:cNvSpPr txBox="1"/>
          <p:nvPr/>
        </p:nvSpPr>
        <p:spPr>
          <a:xfrm>
            <a:off x="2747850" y="3464225"/>
            <a:ext cx="3648300" cy="709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獲得したアイテム名と個数が表示される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確認</a:t>
            </a:r>
            <a:r>
              <a:rPr b="1" lang="ja"/>
              <a:t>後は不要な処理を削除（以下だけ残す）</a:t>
            </a:r>
            <a:endParaRPr b="1"/>
          </a:p>
        </p:txBody>
      </p:sp>
      <p:pic>
        <p:nvPicPr>
          <p:cNvPr id="288" name="Google Shape;28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450" y="862000"/>
            <a:ext cx="8601075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獲得したアイテムリストをUIに表示させる</a:t>
            </a:r>
            <a:endParaRPr b="1"/>
          </a:p>
        </p:txBody>
      </p:sp>
      <p:pic>
        <p:nvPicPr>
          <p:cNvPr id="294" name="Google Shape;29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238" y="572700"/>
            <a:ext cx="4349150" cy="2171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7788" y="2367150"/>
            <a:ext cx="4000500" cy="1371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96" name="Google Shape;296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07788" y="3902900"/>
            <a:ext cx="4097979" cy="77112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4"/>
          <p:cNvSpPr/>
          <p:nvPr/>
        </p:nvSpPr>
        <p:spPr>
          <a:xfrm>
            <a:off x="952487" y="1653000"/>
            <a:ext cx="600000" cy="148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4"/>
          <p:cNvSpPr txBox="1"/>
          <p:nvPr/>
        </p:nvSpPr>
        <p:spPr>
          <a:xfrm>
            <a:off x="1342838" y="2959075"/>
            <a:ext cx="2840100" cy="137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新規UserWidget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「UW_ItemName」を作成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CanvasなしでTextを直接配置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→「ItemName」とする</a:t>
            </a:r>
            <a:endParaRPr b="1" sz="1500">
              <a:solidFill>
                <a:srgbClr val="FFFF00"/>
              </a:solidFill>
            </a:endParaRPr>
          </a:p>
        </p:txBody>
      </p:sp>
      <p:sp>
        <p:nvSpPr>
          <p:cNvPr id="299" name="Google Shape;299;p44"/>
          <p:cNvSpPr/>
          <p:nvPr/>
        </p:nvSpPr>
        <p:spPr>
          <a:xfrm>
            <a:off x="4651256" y="4330675"/>
            <a:ext cx="2702400" cy="148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獲得したアイテムリストをUIに表示させる</a:t>
            </a:r>
            <a:endParaRPr b="1"/>
          </a:p>
        </p:txBody>
      </p:sp>
      <p:pic>
        <p:nvPicPr>
          <p:cNvPr id="305" name="Google Shape;30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850" y="664813"/>
            <a:ext cx="4523724" cy="276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1222" y="2442747"/>
            <a:ext cx="4687926" cy="226337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7" name="Google Shape;307;p45"/>
          <p:cNvSpPr/>
          <p:nvPr/>
        </p:nvSpPr>
        <p:spPr>
          <a:xfrm>
            <a:off x="724619" y="2264857"/>
            <a:ext cx="2115000" cy="1051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45"/>
          <p:cNvSpPr txBox="1"/>
          <p:nvPr/>
        </p:nvSpPr>
        <p:spPr>
          <a:xfrm>
            <a:off x="5413274" y="1029700"/>
            <a:ext cx="2511300" cy="88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変数DisplayNameを追加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Constructの処理を実装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UW_GameUIの修正</a:t>
            </a:r>
            <a:endParaRPr b="1"/>
          </a:p>
        </p:txBody>
      </p:sp>
      <p:pic>
        <p:nvPicPr>
          <p:cNvPr id="314" name="Google Shape;31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038" y="572700"/>
            <a:ext cx="5584895" cy="1999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6"/>
          <p:cNvSpPr txBox="1"/>
          <p:nvPr/>
        </p:nvSpPr>
        <p:spPr>
          <a:xfrm>
            <a:off x="1386188" y="2744200"/>
            <a:ext cx="2339400" cy="120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VerticalBoxを追加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「ItemList」とする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こちらの設定値を参考→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※アンカーは右上</a:t>
            </a:r>
            <a:endParaRPr b="1" sz="1500">
              <a:solidFill>
                <a:srgbClr val="FFFF00"/>
              </a:solidFill>
            </a:endParaRPr>
          </a:p>
        </p:txBody>
      </p:sp>
      <p:pic>
        <p:nvPicPr>
          <p:cNvPr id="316" name="Google Shape;316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2863" y="1654050"/>
            <a:ext cx="4690100" cy="331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7" name="Google Shape;317;p46"/>
          <p:cNvSpPr/>
          <p:nvPr/>
        </p:nvSpPr>
        <p:spPr>
          <a:xfrm>
            <a:off x="4209941" y="1987305"/>
            <a:ext cx="3235200" cy="295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UW_GameUIの修正</a:t>
            </a:r>
            <a:endParaRPr b="1"/>
          </a:p>
        </p:txBody>
      </p:sp>
      <p:pic>
        <p:nvPicPr>
          <p:cNvPr id="323" name="Google Shape;32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70563"/>
            <a:ext cx="8839199" cy="4002377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7"/>
          <p:cNvSpPr txBox="1"/>
          <p:nvPr/>
        </p:nvSpPr>
        <p:spPr>
          <a:xfrm>
            <a:off x="425675" y="3202175"/>
            <a:ext cx="3346200" cy="46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表示更新用のカスタムイベント作成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UW_GameUIの修正</a:t>
            </a:r>
            <a:endParaRPr b="1"/>
          </a:p>
        </p:txBody>
      </p:sp>
      <p:pic>
        <p:nvPicPr>
          <p:cNvPr id="330" name="Google Shape;33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00125"/>
            <a:ext cx="8839198" cy="3743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UW_GameUIの修正</a:t>
            </a:r>
            <a:endParaRPr b="1"/>
          </a:p>
        </p:txBody>
      </p:sp>
      <p:pic>
        <p:nvPicPr>
          <p:cNvPr id="336" name="Google Shape;33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44875"/>
            <a:ext cx="8839200" cy="3853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875" y="1047084"/>
            <a:ext cx="8724251" cy="304932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5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BP_Player</a:t>
            </a:r>
            <a:r>
              <a:rPr b="1" lang="ja"/>
              <a:t>の修正</a:t>
            </a:r>
            <a:endParaRPr b="1"/>
          </a:p>
        </p:txBody>
      </p:sp>
      <p:sp>
        <p:nvSpPr>
          <p:cNvPr id="343" name="Google Shape;343;p50"/>
          <p:cNvSpPr/>
          <p:nvPr/>
        </p:nvSpPr>
        <p:spPr>
          <a:xfrm>
            <a:off x="6214475" y="1636988"/>
            <a:ext cx="2630400" cy="1432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確認</a:t>
            </a:r>
            <a:endParaRPr b="1"/>
          </a:p>
        </p:txBody>
      </p:sp>
      <p:pic>
        <p:nvPicPr>
          <p:cNvPr id="349" name="Google Shape;34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657225"/>
            <a:ext cx="7924800" cy="38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51"/>
          <p:cNvSpPr txBox="1"/>
          <p:nvPr/>
        </p:nvSpPr>
        <p:spPr>
          <a:xfrm>
            <a:off x="4638850" y="1426750"/>
            <a:ext cx="3835500" cy="75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所持している鍵の個数がリスト表示される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※好みで輪郭線つけてください。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